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0" d="100"/>
          <a:sy n="110" d="100"/>
        </p:scale>
        <p:origin x="573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1B234AA-3C40-4D79-937A-83EE9033001C}" type="doc">
      <dgm:prSet loTypeId="urn:microsoft.com/office/officeart/2016/7/layout/HorizontalAction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E4D9CB6-2F89-4CD9-B83A-05176AE108BE}">
      <dgm:prSet/>
      <dgm:spPr/>
      <dgm:t>
        <a:bodyPr/>
        <a:lstStyle/>
        <a:p>
          <a:r>
            <a:rPr lang="en-US"/>
            <a:t>Understand</a:t>
          </a:r>
        </a:p>
      </dgm:t>
    </dgm:pt>
    <dgm:pt modelId="{858A330C-B82E-4930-94AB-1D7640B0E07C}" type="parTrans" cxnId="{9FB557C7-BEDA-41DD-8CC9-E9CC4272F7E0}">
      <dgm:prSet/>
      <dgm:spPr/>
      <dgm:t>
        <a:bodyPr/>
        <a:lstStyle/>
        <a:p>
          <a:endParaRPr lang="en-US"/>
        </a:p>
      </dgm:t>
    </dgm:pt>
    <dgm:pt modelId="{CD51EF99-07DF-499D-AD94-7CA77AC37242}" type="sibTrans" cxnId="{9FB557C7-BEDA-41DD-8CC9-E9CC4272F7E0}">
      <dgm:prSet/>
      <dgm:spPr/>
      <dgm:t>
        <a:bodyPr/>
        <a:lstStyle/>
        <a:p>
          <a:endParaRPr lang="en-US"/>
        </a:p>
      </dgm:t>
    </dgm:pt>
    <dgm:pt modelId="{5F2C2BBC-7560-4098-AE55-1DA7B0E29FC3}">
      <dgm:prSet/>
      <dgm:spPr/>
      <dgm:t>
        <a:bodyPr/>
        <a:lstStyle/>
        <a:p>
          <a:r>
            <a:rPr lang="en-US" dirty="0"/>
            <a:t>Understand what Data Engineers do in organizations</a:t>
          </a:r>
        </a:p>
      </dgm:t>
    </dgm:pt>
    <dgm:pt modelId="{5F97E868-F39A-4431-9BEC-F4327EF3FA0B}" type="parTrans" cxnId="{3E35871E-E8D0-4BD5-A965-7435038DD9BF}">
      <dgm:prSet/>
      <dgm:spPr/>
      <dgm:t>
        <a:bodyPr/>
        <a:lstStyle/>
        <a:p>
          <a:endParaRPr lang="en-US"/>
        </a:p>
      </dgm:t>
    </dgm:pt>
    <dgm:pt modelId="{16543D29-E112-4462-A79B-B27380623E45}" type="sibTrans" cxnId="{3E35871E-E8D0-4BD5-A965-7435038DD9BF}">
      <dgm:prSet/>
      <dgm:spPr/>
      <dgm:t>
        <a:bodyPr/>
        <a:lstStyle/>
        <a:p>
          <a:endParaRPr lang="en-US"/>
        </a:p>
      </dgm:t>
    </dgm:pt>
    <dgm:pt modelId="{62BB9B11-7BD9-4638-85E3-BC947E8B9319}">
      <dgm:prSet custT="1"/>
      <dgm:spPr/>
      <dgm:t>
        <a:bodyPr/>
        <a:lstStyle/>
        <a:p>
          <a:r>
            <a:rPr lang="en-US" sz="1200" dirty="0"/>
            <a:t>Differentiate</a:t>
          </a:r>
        </a:p>
      </dgm:t>
    </dgm:pt>
    <dgm:pt modelId="{1493A047-0ACF-40D0-AA4C-CC930584E78F}" type="parTrans" cxnId="{A890011C-6E30-4ED2-B76F-0AE2C397D0D3}">
      <dgm:prSet/>
      <dgm:spPr/>
      <dgm:t>
        <a:bodyPr/>
        <a:lstStyle/>
        <a:p>
          <a:endParaRPr lang="en-US"/>
        </a:p>
      </dgm:t>
    </dgm:pt>
    <dgm:pt modelId="{5768E4B3-22A6-48D3-AF40-D0D06749EA75}" type="sibTrans" cxnId="{A890011C-6E30-4ED2-B76F-0AE2C397D0D3}">
      <dgm:prSet/>
      <dgm:spPr/>
      <dgm:t>
        <a:bodyPr/>
        <a:lstStyle/>
        <a:p>
          <a:endParaRPr lang="en-US"/>
        </a:p>
      </dgm:t>
    </dgm:pt>
    <dgm:pt modelId="{256B45A6-0946-4FEB-91E1-70EADF684E6C}">
      <dgm:prSet/>
      <dgm:spPr/>
      <dgm:t>
        <a:bodyPr/>
        <a:lstStyle/>
        <a:p>
          <a:r>
            <a:rPr lang="en-US" dirty="0"/>
            <a:t>Differentiate Engineers, Analysts, and Data Scientists</a:t>
          </a:r>
        </a:p>
      </dgm:t>
    </dgm:pt>
    <dgm:pt modelId="{6391452F-1E56-4BFF-A107-A3FD992B0E53}" type="parTrans" cxnId="{4B98FD4F-8C86-468B-B873-C8AA4E916CDF}">
      <dgm:prSet/>
      <dgm:spPr/>
      <dgm:t>
        <a:bodyPr/>
        <a:lstStyle/>
        <a:p>
          <a:endParaRPr lang="en-US"/>
        </a:p>
      </dgm:t>
    </dgm:pt>
    <dgm:pt modelId="{263139A1-9004-4B0F-BB3F-DB705D011DC5}" type="sibTrans" cxnId="{4B98FD4F-8C86-468B-B873-C8AA4E916CDF}">
      <dgm:prSet/>
      <dgm:spPr/>
      <dgm:t>
        <a:bodyPr/>
        <a:lstStyle/>
        <a:p>
          <a:endParaRPr lang="en-US"/>
        </a:p>
      </dgm:t>
    </dgm:pt>
    <dgm:pt modelId="{C073B920-5403-48D1-ADE1-65FA4138BEC5}">
      <dgm:prSet/>
      <dgm:spPr/>
      <dgm:t>
        <a:bodyPr/>
        <a:lstStyle/>
        <a:p>
          <a:r>
            <a:rPr lang="en-US"/>
            <a:t>Learn</a:t>
          </a:r>
        </a:p>
      </dgm:t>
    </dgm:pt>
    <dgm:pt modelId="{02AD6BEC-4FA0-40F7-9C7A-5526A8EFC647}" type="parTrans" cxnId="{2C9E711C-A62C-49A6-86A9-92624368CBFB}">
      <dgm:prSet/>
      <dgm:spPr/>
      <dgm:t>
        <a:bodyPr/>
        <a:lstStyle/>
        <a:p>
          <a:endParaRPr lang="en-US"/>
        </a:p>
      </dgm:t>
    </dgm:pt>
    <dgm:pt modelId="{B6A2CFCE-024E-4F31-8268-EF7785D6E90B}" type="sibTrans" cxnId="{2C9E711C-A62C-49A6-86A9-92624368CBFB}">
      <dgm:prSet/>
      <dgm:spPr/>
      <dgm:t>
        <a:bodyPr/>
        <a:lstStyle/>
        <a:p>
          <a:endParaRPr lang="en-US"/>
        </a:p>
      </dgm:t>
    </dgm:pt>
    <dgm:pt modelId="{E201C691-6089-41D6-9D34-6514EC6E021A}">
      <dgm:prSet/>
      <dgm:spPr/>
      <dgm:t>
        <a:bodyPr/>
        <a:lstStyle/>
        <a:p>
          <a:r>
            <a:rPr lang="en-US"/>
            <a:t>Learn core system concepts like OLTP, OLAP, Batch and Streaming</a:t>
          </a:r>
        </a:p>
      </dgm:t>
    </dgm:pt>
    <dgm:pt modelId="{E80F6A88-F717-4CE5-B672-124F5952E516}" type="parTrans" cxnId="{C8F7AA49-4E78-4E12-8EB1-FD7D7B73F87B}">
      <dgm:prSet/>
      <dgm:spPr/>
      <dgm:t>
        <a:bodyPr/>
        <a:lstStyle/>
        <a:p>
          <a:endParaRPr lang="en-US"/>
        </a:p>
      </dgm:t>
    </dgm:pt>
    <dgm:pt modelId="{97DF53F9-4182-4E14-A73D-73849B409C25}" type="sibTrans" cxnId="{C8F7AA49-4E78-4E12-8EB1-FD7D7B73F87B}">
      <dgm:prSet/>
      <dgm:spPr/>
      <dgm:t>
        <a:bodyPr/>
        <a:lstStyle/>
        <a:p>
          <a:endParaRPr lang="en-US"/>
        </a:p>
      </dgm:t>
    </dgm:pt>
    <dgm:pt modelId="{BEB14F57-ACE4-48D1-9BB8-F65DC98485BA}">
      <dgm:prSet/>
      <dgm:spPr/>
      <dgm:t>
        <a:bodyPr/>
        <a:lstStyle/>
        <a:p>
          <a:r>
            <a:rPr lang="en-US"/>
            <a:t>Apply</a:t>
          </a:r>
        </a:p>
      </dgm:t>
    </dgm:pt>
    <dgm:pt modelId="{2AB1D228-E283-456B-BA4B-A1C95913CEB8}" type="parTrans" cxnId="{5030B376-2C1D-4BC5-B424-48187FD728A6}">
      <dgm:prSet/>
      <dgm:spPr/>
      <dgm:t>
        <a:bodyPr/>
        <a:lstStyle/>
        <a:p>
          <a:endParaRPr lang="en-US"/>
        </a:p>
      </dgm:t>
    </dgm:pt>
    <dgm:pt modelId="{62D2441B-6F72-4FB3-AAD5-085E781EFAD0}" type="sibTrans" cxnId="{5030B376-2C1D-4BC5-B424-48187FD728A6}">
      <dgm:prSet/>
      <dgm:spPr/>
      <dgm:t>
        <a:bodyPr/>
        <a:lstStyle/>
        <a:p>
          <a:endParaRPr lang="en-US"/>
        </a:p>
      </dgm:t>
    </dgm:pt>
    <dgm:pt modelId="{808CB9E9-A282-416F-BDD5-2EF1B819D78C}">
      <dgm:prSet/>
      <dgm:spPr/>
      <dgm:t>
        <a:bodyPr/>
        <a:lstStyle/>
        <a:p>
          <a:r>
            <a:rPr lang="en-US"/>
            <a:t>Apply Python best practices for building data systems</a:t>
          </a:r>
        </a:p>
      </dgm:t>
    </dgm:pt>
    <dgm:pt modelId="{72423B0E-2489-477E-83A4-C00B7CD65BB7}" type="parTrans" cxnId="{8040418A-77F1-45A4-9DAB-1A3346E3FD2D}">
      <dgm:prSet/>
      <dgm:spPr/>
      <dgm:t>
        <a:bodyPr/>
        <a:lstStyle/>
        <a:p>
          <a:endParaRPr lang="en-US"/>
        </a:p>
      </dgm:t>
    </dgm:pt>
    <dgm:pt modelId="{6858D66D-4DD8-4932-9B18-E4FB68654AEB}" type="sibTrans" cxnId="{8040418A-77F1-45A4-9DAB-1A3346E3FD2D}">
      <dgm:prSet/>
      <dgm:spPr/>
      <dgm:t>
        <a:bodyPr/>
        <a:lstStyle/>
        <a:p>
          <a:endParaRPr lang="en-US"/>
        </a:p>
      </dgm:t>
    </dgm:pt>
    <dgm:pt modelId="{CB74970D-D95D-4C60-938E-C13661B1E59F}" type="pres">
      <dgm:prSet presAssocID="{41B234AA-3C40-4D79-937A-83EE9033001C}" presName="Name0" presStyleCnt="0">
        <dgm:presLayoutVars>
          <dgm:dir/>
          <dgm:animLvl val="lvl"/>
          <dgm:resizeHandles val="exact"/>
        </dgm:presLayoutVars>
      </dgm:prSet>
      <dgm:spPr/>
    </dgm:pt>
    <dgm:pt modelId="{2E8BE820-C8B7-4519-951F-31924D15B7BE}" type="pres">
      <dgm:prSet presAssocID="{9E4D9CB6-2F89-4CD9-B83A-05176AE108BE}" presName="composite" presStyleCnt="0"/>
      <dgm:spPr/>
    </dgm:pt>
    <dgm:pt modelId="{6250CD6F-AACE-4C83-A78D-DC3C261F60F2}" type="pres">
      <dgm:prSet presAssocID="{9E4D9CB6-2F89-4CD9-B83A-05176AE108BE}" presName="parTx" presStyleLbl="alignNode1" presStyleIdx="0" presStyleCnt="4">
        <dgm:presLayoutVars>
          <dgm:chMax val="0"/>
          <dgm:chPref val="0"/>
        </dgm:presLayoutVars>
      </dgm:prSet>
      <dgm:spPr/>
    </dgm:pt>
    <dgm:pt modelId="{4E16CE7F-3847-48A1-95BF-72020E121CFF}" type="pres">
      <dgm:prSet presAssocID="{9E4D9CB6-2F89-4CD9-B83A-05176AE108BE}" presName="desTx" presStyleLbl="alignAccFollowNode1" presStyleIdx="0" presStyleCnt="4">
        <dgm:presLayoutVars/>
      </dgm:prSet>
      <dgm:spPr/>
    </dgm:pt>
    <dgm:pt modelId="{85AAE49D-BAF3-483A-89D9-830F2B7CCBA5}" type="pres">
      <dgm:prSet presAssocID="{CD51EF99-07DF-499D-AD94-7CA77AC37242}" presName="space" presStyleCnt="0"/>
      <dgm:spPr/>
    </dgm:pt>
    <dgm:pt modelId="{860AE6DD-4880-4492-B866-3CC5949D0783}" type="pres">
      <dgm:prSet presAssocID="{62BB9B11-7BD9-4638-85E3-BC947E8B9319}" presName="composite" presStyleCnt="0"/>
      <dgm:spPr/>
    </dgm:pt>
    <dgm:pt modelId="{4EF7E17F-E953-4DB0-A72B-F51ECD13CA78}" type="pres">
      <dgm:prSet presAssocID="{62BB9B11-7BD9-4638-85E3-BC947E8B9319}" presName="parTx" presStyleLbl="alignNode1" presStyleIdx="1" presStyleCnt="4">
        <dgm:presLayoutVars>
          <dgm:chMax val="0"/>
          <dgm:chPref val="0"/>
        </dgm:presLayoutVars>
      </dgm:prSet>
      <dgm:spPr/>
    </dgm:pt>
    <dgm:pt modelId="{F85BA31A-4A9B-465A-AB98-2EBECDD8E39C}" type="pres">
      <dgm:prSet presAssocID="{62BB9B11-7BD9-4638-85E3-BC947E8B9319}" presName="desTx" presStyleLbl="alignAccFollowNode1" presStyleIdx="1" presStyleCnt="4">
        <dgm:presLayoutVars/>
      </dgm:prSet>
      <dgm:spPr/>
    </dgm:pt>
    <dgm:pt modelId="{053B7875-FF9C-4C5F-8985-619D2C8C7628}" type="pres">
      <dgm:prSet presAssocID="{5768E4B3-22A6-48D3-AF40-D0D06749EA75}" presName="space" presStyleCnt="0"/>
      <dgm:spPr/>
    </dgm:pt>
    <dgm:pt modelId="{09C1EB0A-8D81-4320-B986-2B4338F3CCF6}" type="pres">
      <dgm:prSet presAssocID="{C073B920-5403-48D1-ADE1-65FA4138BEC5}" presName="composite" presStyleCnt="0"/>
      <dgm:spPr/>
    </dgm:pt>
    <dgm:pt modelId="{4F4C6D73-B082-4F6D-8C7F-EB75C267CA2E}" type="pres">
      <dgm:prSet presAssocID="{C073B920-5403-48D1-ADE1-65FA4138BEC5}" presName="parTx" presStyleLbl="alignNode1" presStyleIdx="2" presStyleCnt="4">
        <dgm:presLayoutVars>
          <dgm:chMax val="0"/>
          <dgm:chPref val="0"/>
        </dgm:presLayoutVars>
      </dgm:prSet>
      <dgm:spPr/>
    </dgm:pt>
    <dgm:pt modelId="{29D47CEA-763C-4175-80C3-135FCA03915F}" type="pres">
      <dgm:prSet presAssocID="{C073B920-5403-48D1-ADE1-65FA4138BEC5}" presName="desTx" presStyleLbl="alignAccFollowNode1" presStyleIdx="2" presStyleCnt="4">
        <dgm:presLayoutVars/>
      </dgm:prSet>
      <dgm:spPr/>
    </dgm:pt>
    <dgm:pt modelId="{1EA01611-8105-48A9-9191-8FE3060114B3}" type="pres">
      <dgm:prSet presAssocID="{B6A2CFCE-024E-4F31-8268-EF7785D6E90B}" presName="space" presStyleCnt="0"/>
      <dgm:spPr/>
    </dgm:pt>
    <dgm:pt modelId="{46A6D6AB-3C55-4A17-B5CD-1869B215A5A7}" type="pres">
      <dgm:prSet presAssocID="{BEB14F57-ACE4-48D1-9BB8-F65DC98485BA}" presName="composite" presStyleCnt="0"/>
      <dgm:spPr/>
    </dgm:pt>
    <dgm:pt modelId="{1B0EA494-F345-47E6-A84C-4729B81D0A32}" type="pres">
      <dgm:prSet presAssocID="{BEB14F57-ACE4-48D1-9BB8-F65DC98485BA}" presName="parTx" presStyleLbl="alignNode1" presStyleIdx="3" presStyleCnt="4">
        <dgm:presLayoutVars>
          <dgm:chMax val="0"/>
          <dgm:chPref val="0"/>
        </dgm:presLayoutVars>
      </dgm:prSet>
      <dgm:spPr/>
    </dgm:pt>
    <dgm:pt modelId="{7CB48D5B-49D5-45E1-8991-C2B53D192934}" type="pres">
      <dgm:prSet presAssocID="{BEB14F57-ACE4-48D1-9BB8-F65DC98485BA}" presName="desTx" presStyleLbl="alignAccFollowNode1" presStyleIdx="3" presStyleCnt="4">
        <dgm:presLayoutVars/>
      </dgm:prSet>
      <dgm:spPr/>
    </dgm:pt>
  </dgm:ptLst>
  <dgm:cxnLst>
    <dgm:cxn modelId="{A890011C-6E30-4ED2-B76F-0AE2C397D0D3}" srcId="{41B234AA-3C40-4D79-937A-83EE9033001C}" destId="{62BB9B11-7BD9-4638-85E3-BC947E8B9319}" srcOrd="1" destOrd="0" parTransId="{1493A047-0ACF-40D0-AA4C-CC930584E78F}" sibTransId="{5768E4B3-22A6-48D3-AF40-D0D06749EA75}"/>
    <dgm:cxn modelId="{2C9E711C-A62C-49A6-86A9-92624368CBFB}" srcId="{41B234AA-3C40-4D79-937A-83EE9033001C}" destId="{C073B920-5403-48D1-ADE1-65FA4138BEC5}" srcOrd="2" destOrd="0" parTransId="{02AD6BEC-4FA0-40F7-9C7A-5526A8EFC647}" sibTransId="{B6A2CFCE-024E-4F31-8268-EF7785D6E90B}"/>
    <dgm:cxn modelId="{3E35871E-E8D0-4BD5-A965-7435038DD9BF}" srcId="{9E4D9CB6-2F89-4CD9-B83A-05176AE108BE}" destId="{5F2C2BBC-7560-4098-AE55-1DA7B0E29FC3}" srcOrd="0" destOrd="0" parTransId="{5F97E868-F39A-4431-9BEC-F4327EF3FA0B}" sibTransId="{16543D29-E112-4462-A79B-B27380623E45}"/>
    <dgm:cxn modelId="{AAB5A260-4E5D-4D1A-BBED-B2F628B381EE}" type="presOf" srcId="{62BB9B11-7BD9-4638-85E3-BC947E8B9319}" destId="{4EF7E17F-E953-4DB0-A72B-F51ECD13CA78}" srcOrd="0" destOrd="0" presId="urn:microsoft.com/office/officeart/2016/7/layout/HorizontalActionList"/>
    <dgm:cxn modelId="{A7B1CE47-4C75-4BB3-9BF9-AB3FA083E309}" type="presOf" srcId="{E201C691-6089-41D6-9D34-6514EC6E021A}" destId="{29D47CEA-763C-4175-80C3-135FCA03915F}" srcOrd="0" destOrd="0" presId="urn:microsoft.com/office/officeart/2016/7/layout/HorizontalActionList"/>
    <dgm:cxn modelId="{C8F7AA49-4E78-4E12-8EB1-FD7D7B73F87B}" srcId="{C073B920-5403-48D1-ADE1-65FA4138BEC5}" destId="{E201C691-6089-41D6-9D34-6514EC6E021A}" srcOrd="0" destOrd="0" parTransId="{E80F6A88-F717-4CE5-B672-124F5952E516}" sibTransId="{97DF53F9-4182-4E14-A73D-73849B409C25}"/>
    <dgm:cxn modelId="{1CCBC74C-7A6A-4E76-8A52-CE2E3EB77925}" type="presOf" srcId="{BEB14F57-ACE4-48D1-9BB8-F65DC98485BA}" destId="{1B0EA494-F345-47E6-A84C-4729B81D0A32}" srcOrd="0" destOrd="0" presId="urn:microsoft.com/office/officeart/2016/7/layout/HorizontalActionList"/>
    <dgm:cxn modelId="{40F0414E-07D6-4A05-B9DE-E8A17725BCEE}" type="presOf" srcId="{C073B920-5403-48D1-ADE1-65FA4138BEC5}" destId="{4F4C6D73-B082-4F6D-8C7F-EB75C267CA2E}" srcOrd="0" destOrd="0" presId="urn:microsoft.com/office/officeart/2016/7/layout/HorizontalActionList"/>
    <dgm:cxn modelId="{4B98FD4F-8C86-468B-B873-C8AA4E916CDF}" srcId="{62BB9B11-7BD9-4638-85E3-BC947E8B9319}" destId="{256B45A6-0946-4FEB-91E1-70EADF684E6C}" srcOrd="0" destOrd="0" parTransId="{6391452F-1E56-4BFF-A107-A3FD992B0E53}" sibTransId="{263139A1-9004-4B0F-BB3F-DB705D011DC5}"/>
    <dgm:cxn modelId="{5030B376-2C1D-4BC5-B424-48187FD728A6}" srcId="{41B234AA-3C40-4D79-937A-83EE9033001C}" destId="{BEB14F57-ACE4-48D1-9BB8-F65DC98485BA}" srcOrd="3" destOrd="0" parTransId="{2AB1D228-E283-456B-BA4B-A1C95913CEB8}" sibTransId="{62D2441B-6F72-4FB3-AAD5-085E781EFAD0}"/>
    <dgm:cxn modelId="{8040418A-77F1-45A4-9DAB-1A3346E3FD2D}" srcId="{BEB14F57-ACE4-48D1-9BB8-F65DC98485BA}" destId="{808CB9E9-A282-416F-BDD5-2EF1B819D78C}" srcOrd="0" destOrd="0" parTransId="{72423B0E-2489-477E-83A4-C00B7CD65BB7}" sibTransId="{6858D66D-4DD8-4932-9B18-E4FB68654AEB}"/>
    <dgm:cxn modelId="{7070E499-D6F8-45CB-93EE-0FBB2CAE513A}" type="presOf" srcId="{9E4D9CB6-2F89-4CD9-B83A-05176AE108BE}" destId="{6250CD6F-AACE-4C83-A78D-DC3C261F60F2}" srcOrd="0" destOrd="0" presId="urn:microsoft.com/office/officeart/2016/7/layout/HorizontalActionList"/>
    <dgm:cxn modelId="{7C3F22B2-1C82-41AB-90B6-AAE360E9F976}" type="presOf" srcId="{256B45A6-0946-4FEB-91E1-70EADF684E6C}" destId="{F85BA31A-4A9B-465A-AB98-2EBECDD8E39C}" srcOrd="0" destOrd="0" presId="urn:microsoft.com/office/officeart/2016/7/layout/HorizontalActionList"/>
    <dgm:cxn modelId="{E3B797BC-F4E7-4BA0-A003-F4937CFABAC6}" type="presOf" srcId="{41B234AA-3C40-4D79-937A-83EE9033001C}" destId="{CB74970D-D95D-4C60-938E-C13661B1E59F}" srcOrd="0" destOrd="0" presId="urn:microsoft.com/office/officeart/2016/7/layout/HorizontalActionList"/>
    <dgm:cxn modelId="{7E899EBC-992F-467F-A1E7-A2FA31A51E9A}" type="presOf" srcId="{808CB9E9-A282-416F-BDD5-2EF1B819D78C}" destId="{7CB48D5B-49D5-45E1-8991-C2B53D192934}" srcOrd="0" destOrd="0" presId="urn:microsoft.com/office/officeart/2016/7/layout/HorizontalActionList"/>
    <dgm:cxn modelId="{9FB557C7-BEDA-41DD-8CC9-E9CC4272F7E0}" srcId="{41B234AA-3C40-4D79-937A-83EE9033001C}" destId="{9E4D9CB6-2F89-4CD9-B83A-05176AE108BE}" srcOrd="0" destOrd="0" parTransId="{858A330C-B82E-4930-94AB-1D7640B0E07C}" sibTransId="{CD51EF99-07DF-499D-AD94-7CA77AC37242}"/>
    <dgm:cxn modelId="{B6DB4CE4-9AE1-4F17-A49A-6D076C8620A8}" type="presOf" srcId="{5F2C2BBC-7560-4098-AE55-1DA7B0E29FC3}" destId="{4E16CE7F-3847-48A1-95BF-72020E121CFF}" srcOrd="0" destOrd="0" presId="urn:microsoft.com/office/officeart/2016/7/layout/HorizontalActionList"/>
    <dgm:cxn modelId="{03729688-6127-4DFD-B8E6-056B1042D514}" type="presParOf" srcId="{CB74970D-D95D-4C60-938E-C13661B1E59F}" destId="{2E8BE820-C8B7-4519-951F-31924D15B7BE}" srcOrd="0" destOrd="0" presId="urn:microsoft.com/office/officeart/2016/7/layout/HorizontalActionList"/>
    <dgm:cxn modelId="{071897E1-1B63-47FA-A5BC-8BF59208E169}" type="presParOf" srcId="{2E8BE820-C8B7-4519-951F-31924D15B7BE}" destId="{6250CD6F-AACE-4C83-A78D-DC3C261F60F2}" srcOrd="0" destOrd="0" presId="urn:microsoft.com/office/officeart/2016/7/layout/HorizontalActionList"/>
    <dgm:cxn modelId="{FFA1531C-8D14-4241-9FE2-01E76F69FBC6}" type="presParOf" srcId="{2E8BE820-C8B7-4519-951F-31924D15B7BE}" destId="{4E16CE7F-3847-48A1-95BF-72020E121CFF}" srcOrd="1" destOrd="0" presId="urn:microsoft.com/office/officeart/2016/7/layout/HorizontalActionList"/>
    <dgm:cxn modelId="{473C3F9B-DCFC-474D-8906-A5554AFBC3F4}" type="presParOf" srcId="{CB74970D-D95D-4C60-938E-C13661B1E59F}" destId="{85AAE49D-BAF3-483A-89D9-830F2B7CCBA5}" srcOrd="1" destOrd="0" presId="urn:microsoft.com/office/officeart/2016/7/layout/HorizontalActionList"/>
    <dgm:cxn modelId="{27FB623F-BC6D-4F7B-8409-DD092F2C1AC7}" type="presParOf" srcId="{CB74970D-D95D-4C60-938E-C13661B1E59F}" destId="{860AE6DD-4880-4492-B866-3CC5949D0783}" srcOrd="2" destOrd="0" presId="urn:microsoft.com/office/officeart/2016/7/layout/HorizontalActionList"/>
    <dgm:cxn modelId="{8BE22AA8-CA9F-462E-961B-0503471B79C4}" type="presParOf" srcId="{860AE6DD-4880-4492-B866-3CC5949D0783}" destId="{4EF7E17F-E953-4DB0-A72B-F51ECD13CA78}" srcOrd="0" destOrd="0" presId="urn:microsoft.com/office/officeart/2016/7/layout/HorizontalActionList"/>
    <dgm:cxn modelId="{3B052BE3-C125-42B0-BEAE-7B18F3EDF12C}" type="presParOf" srcId="{860AE6DD-4880-4492-B866-3CC5949D0783}" destId="{F85BA31A-4A9B-465A-AB98-2EBECDD8E39C}" srcOrd="1" destOrd="0" presId="urn:microsoft.com/office/officeart/2016/7/layout/HorizontalActionList"/>
    <dgm:cxn modelId="{A6FD4CE3-732C-49A1-B391-3209520D84CF}" type="presParOf" srcId="{CB74970D-D95D-4C60-938E-C13661B1E59F}" destId="{053B7875-FF9C-4C5F-8985-619D2C8C7628}" srcOrd="3" destOrd="0" presId="urn:microsoft.com/office/officeart/2016/7/layout/HorizontalActionList"/>
    <dgm:cxn modelId="{C4B048BD-AED1-4324-AE19-F3E92A9CEDFE}" type="presParOf" srcId="{CB74970D-D95D-4C60-938E-C13661B1E59F}" destId="{09C1EB0A-8D81-4320-B986-2B4338F3CCF6}" srcOrd="4" destOrd="0" presId="urn:microsoft.com/office/officeart/2016/7/layout/HorizontalActionList"/>
    <dgm:cxn modelId="{5A206A5C-8123-4BDB-8C84-5F5CF598BC1D}" type="presParOf" srcId="{09C1EB0A-8D81-4320-B986-2B4338F3CCF6}" destId="{4F4C6D73-B082-4F6D-8C7F-EB75C267CA2E}" srcOrd="0" destOrd="0" presId="urn:microsoft.com/office/officeart/2016/7/layout/HorizontalActionList"/>
    <dgm:cxn modelId="{A2035E9C-77B5-4328-9FFE-EA7388B3F35D}" type="presParOf" srcId="{09C1EB0A-8D81-4320-B986-2B4338F3CCF6}" destId="{29D47CEA-763C-4175-80C3-135FCA03915F}" srcOrd="1" destOrd="0" presId="urn:microsoft.com/office/officeart/2016/7/layout/HorizontalActionList"/>
    <dgm:cxn modelId="{F1928059-5A7E-43C3-B038-8CEE3EC4C805}" type="presParOf" srcId="{CB74970D-D95D-4C60-938E-C13661B1E59F}" destId="{1EA01611-8105-48A9-9191-8FE3060114B3}" srcOrd="5" destOrd="0" presId="urn:microsoft.com/office/officeart/2016/7/layout/HorizontalActionList"/>
    <dgm:cxn modelId="{9421A9D3-E4EE-4A8A-A666-45D4CEB86A48}" type="presParOf" srcId="{CB74970D-D95D-4C60-938E-C13661B1E59F}" destId="{46A6D6AB-3C55-4A17-B5CD-1869B215A5A7}" srcOrd="6" destOrd="0" presId="urn:microsoft.com/office/officeart/2016/7/layout/HorizontalActionList"/>
    <dgm:cxn modelId="{2BC6B858-2FFF-48A7-8383-B391821D28F0}" type="presParOf" srcId="{46A6D6AB-3C55-4A17-B5CD-1869B215A5A7}" destId="{1B0EA494-F345-47E6-A84C-4729B81D0A32}" srcOrd="0" destOrd="0" presId="urn:microsoft.com/office/officeart/2016/7/layout/HorizontalActionList"/>
    <dgm:cxn modelId="{88341268-5400-4C16-8FF5-49253FF9D21F}" type="presParOf" srcId="{46A6D6AB-3C55-4A17-B5CD-1869B215A5A7}" destId="{7CB48D5B-49D5-45E1-8991-C2B53D192934}" srcOrd="1" destOrd="0" presId="urn:microsoft.com/office/officeart/2016/7/layout/HorizontalAc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621C178-815B-479A-8E92-4DFC1CA5007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43D94564-A1A1-4FAA-BE8B-DEF298BDE406}">
      <dgm:prSet/>
      <dgm:spPr/>
      <dgm:t>
        <a:bodyPr/>
        <a:lstStyle/>
        <a:p>
          <a:r>
            <a:rPr lang="en-US"/>
            <a:t>Data Engineer → builds infrastructure and pipelines</a:t>
          </a:r>
        </a:p>
      </dgm:t>
    </dgm:pt>
    <dgm:pt modelId="{3A4173D1-562A-47D2-8A05-B16FB475DE1F}" type="parTrans" cxnId="{2F584123-C33E-4668-BFEB-49A6706A9C5D}">
      <dgm:prSet/>
      <dgm:spPr/>
      <dgm:t>
        <a:bodyPr/>
        <a:lstStyle/>
        <a:p>
          <a:endParaRPr lang="en-US"/>
        </a:p>
      </dgm:t>
    </dgm:pt>
    <dgm:pt modelId="{0BCA436E-2B86-4105-982B-E501E9A92171}" type="sibTrans" cxnId="{2F584123-C33E-4668-BFEB-49A6706A9C5D}">
      <dgm:prSet/>
      <dgm:spPr/>
      <dgm:t>
        <a:bodyPr/>
        <a:lstStyle/>
        <a:p>
          <a:endParaRPr lang="en-US"/>
        </a:p>
      </dgm:t>
    </dgm:pt>
    <dgm:pt modelId="{D2F14FD6-D381-4EB0-863A-8D064F4CECB8}">
      <dgm:prSet/>
      <dgm:spPr/>
      <dgm:t>
        <a:bodyPr/>
        <a:lstStyle/>
        <a:p>
          <a:r>
            <a:rPr lang="en-US"/>
            <a:t>Data Analyst → interprets data and creates reports</a:t>
          </a:r>
        </a:p>
      </dgm:t>
    </dgm:pt>
    <dgm:pt modelId="{F604113E-23D3-47C7-A4CB-FF30DDC2E246}" type="parTrans" cxnId="{F2704221-992C-47CA-ADAB-FBE71DF62A32}">
      <dgm:prSet/>
      <dgm:spPr/>
      <dgm:t>
        <a:bodyPr/>
        <a:lstStyle/>
        <a:p>
          <a:endParaRPr lang="en-US"/>
        </a:p>
      </dgm:t>
    </dgm:pt>
    <dgm:pt modelId="{FD133F5A-0DBF-45C3-B4E4-275A662E1ABE}" type="sibTrans" cxnId="{F2704221-992C-47CA-ADAB-FBE71DF62A32}">
      <dgm:prSet/>
      <dgm:spPr/>
      <dgm:t>
        <a:bodyPr/>
        <a:lstStyle/>
        <a:p>
          <a:endParaRPr lang="en-US"/>
        </a:p>
      </dgm:t>
    </dgm:pt>
    <dgm:pt modelId="{7B6AD9BA-66E0-4DCA-B2CD-A671F51C5BFD}">
      <dgm:prSet/>
      <dgm:spPr/>
      <dgm:t>
        <a:bodyPr/>
        <a:lstStyle/>
        <a:p>
          <a:r>
            <a:rPr lang="en-US"/>
            <a:t>Data Scientist → builds predictive models and ML systems</a:t>
          </a:r>
        </a:p>
      </dgm:t>
    </dgm:pt>
    <dgm:pt modelId="{83F3428E-CEAA-4D28-89BC-52F74A8450F5}" type="parTrans" cxnId="{D5E15493-9CCC-4C0A-968D-1CB83C901178}">
      <dgm:prSet/>
      <dgm:spPr/>
      <dgm:t>
        <a:bodyPr/>
        <a:lstStyle/>
        <a:p>
          <a:endParaRPr lang="en-US"/>
        </a:p>
      </dgm:t>
    </dgm:pt>
    <dgm:pt modelId="{9B2891C2-71AB-4B86-A591-4316FAFC0A46}" type="sibTrans" cxnId="{D5E15493-9CCC-4C0A-968D-1CB83C901178}">
      <dgm:prSet/>
      <dgm:spPr/>
      <dgm:t>
        <a:bodyPr/>
        <a:lstStyle/>
        <a:p>
          <a:endParaRPr lang="en-US"/>
        </a:p>
      </dgm:t>
    </dgm:pt>
    <dgm:pt modelId="{77554045-576A-4983-8A9C-F52D25D8588C}">
      <dgm:prSet/>
      <dgm:spPr/>
      <dgm:t>
        <a:bodyPr/>
        <a:lstStyle/>
        <a:p>
          <a:r>
            <a:rPr lang="en-US"/>
            <a:t>Think: Engineer builds the road, Analyst drives insights, Scientist predicts destination</a:t>
          </a:r>
        </a:p>
      </dgm:t>
    </dgm:pt>
    <dgm:pt modelId="{D997949D-F5E4-4AAC-82C6-A685BECB4EF7}" type="parTrans" cxnId="{00D6AB36-E0DB-443E-9969-2B1CA802B2CB}">
      <dgm:prSet/>
      <dgm:spPr/>
      <dgm:t>
        <a:bodyPr/>
        <a:lstStyle/>
        <a:p>
          <a:endParaRPr lang="en-US"/>
        </a:p>
      </dgm:t>
    </dgm:pt>
    <dgm:pt modelId="{31A7F95B-0E09-47C8-81A8-2963C9626FAC}" type="sibTrans" cxnId="{00D6AB36-E0DB-443E-9969-2B1CA802B2CB}">
      <dgm:prSet/>
      <dgm:spPr/>
      <dgm:t>
        <a:bodyPr/>
        <a:lstStyle/>
        <a:p>
          <a:endParaRPr lang="en-US"/>
        </a:p>
      </dgm:t>
    </dgm:pt>
    <dgm:pt modelId="{2F4FFE12-719C-450B-9EB8-CDFB7227CA1A}" type="pres">
      <dgm:prSet presAssocID="{1621C178-815B-479A-8E92-4DFC1CA50076}" presName="root" presStyleCnt="0">
        <dgm:presLayoutVars>
          <dgm:dir/>
          <dgm:resizeHandles val="exact"/>
        </dgm:presLayoutVars>
      </dgm:prSet>
      <dgm:spPr/>
    </dgm:pt>
    <dgm:pt modelId="{732AA038-0DA6-4389-9AD4-F2F50891B891}" type="pres">
      <dgm:prSet presAssocID="{43D94564-A1A1-4FAA-BE8B-DEF298BDE406}" presName="compNode" presStyleCnt="0"/>
      <dgm:spPr/>
    </dgm:pt>
    <dgm:pt modelId="{7FCC159A-18C5-409A-9BD4-A488A3F8F7BE}" type="pres">
      <dgm:prSet presAssocID="{43D94564-A1A1-4FAA-BE8B-DEF298BDE406}" presName="bgRect" presStyleLbl="bgShp" presStyleIdx="0" presStyleCnt="4"/>
      <dgm:spPr/>
    </dgm:pt>
    <dgm:pt modelId="{F26BB079-ADEF-43E5-A31B-FCD4656B0914}" type="pres">
      <dgm:prSet presAssocID="{43D94564-A1A1-4FAA-BE8B-DEF298BDE406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FB23C72B-ADB3-4138-98A5-6A6B354D6AEB}" type="pres">
      <dgm:prSet presAssocID="{43D94564-A1A1-4FAA-BE8B-DEF298BDE406}" presName="spaceRect" presStyleCnt="0"/>
      <dgm:spPr/>
    </dgm:pt>
    <dgm:pt modelId="{B4151BDA-BEBF-4DF2-9F60-1E860029DE8E}" type="pres">
      <dgm:prSet presAssocID="{43D94564-A1A1-4FAA-BE8B-DEF298BDE406}" presName="parTx" presStyleLbl="revTx" presStyleIdx="0" presStyleCnt="4">
        <dgm:presLayoutVars>
          <dgm:chMax val="0"/>
          <dgm:chPref val="0"/>
        </dgm:presLayoutVars>
      </dgm:prSet>
      <dgm:spPr/>
    </dgm:pt>
    <dgm:pt modelId="{E43B4386-F7DA-40F2-B02D-D93903D84AE5}" type="pres">
      <dgm:prSet presAssocID="{0BCA436E-2B86-4105-982B-E501E9A92171}" presName="sibTrans" presStyleCnt="0"/>
      <dgm:spPr/>
    </dgm:pt>
    <dgm:pt modelId="{266BA954-0747-4541-99D5-904EF6E803D9}" type="pres">
      <dgm:prSet presAssocID="{D2F14FD6-D381-4EB0-863A-8D064F4CECB8}" presName="compNode" presStyleCnt="0"/>
      <dgm:spPr/>
    </dgm:pt>
    <dgm:pt modelId="{DBD2FA26-6C14-4019-B8DD-BECE31E33B41}" type="pres">
      <dgm:prSet presAssocID="{D2F14FD6-D381-4EB0-863A-8D064F4CECB8}" presName="bgRect" presStyleLbl="bgShp" presStyleIdx="1" presStyleCnt="4"/>
      <dgm:spPr/>
    </dgm:pt>
    <dgm:pt modelId="{F005A806-11E4-483D-8612-9EF56AFCC5F3}" type="pres">
      <dgm:prSet presAssocID="{D2F14FD6-D381-4EB0-863A-8D064F4CECB8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04A6302B-F84D-4D3C-AC11-C1FB5BEE96BA}" type="pres">
      <dgm:prSet presAssocID="{D2F14FD6-D381-4EB0-863A-8D064F4CECB8}" presName="spaceRect" presStyleCnt="0"/>
      <dgm:spPr/>
    </dgm:pt>
    <dgm:pt modelId="{5D689A0F-F83D-442E-ABBA-8F9C51A42E4D}" type="pres">
      <dgm:prSet presAssocID="{D2F14FD6-D381-4EB0-863A-8D064F4CECB8}" presName="parTx" presStyleLbl="revTx" presStyleIdx="1" presStyleCnt="4">
        <dgm:presLayoutVars>
          <dgm:chMax val="0"/>
          <dgm:chPref val="0"/>
        </dgm:presLayoutVars>
      </dgm:prSet>
      <dgm:spPr/>
    </dgm:pt>
    <dgm:pt modelId="{8FCC8524-E583-4A4B-A163-9F8EE008174D}" type="pres">
      <dgm:prSet presAssocID="{FD133F5A-0DBF-45C3-B4E4-275A662E1ABE}" presName="sibTrans" presStyleCnt="0"/>
      <dgm:spPr/>
    </dgm:pt>
    <dgm:pt modelId="{EC8B2279-DB1A-4C2F-ABC8-C386BB173EA4}" type="pres">
      <dgm:prSet presAssocID="{7B6AD9BA-66E0-4DCA-B2CD-A671F51C5BFD}" presName="compNode" presStyleCnt="0"/>
      <dgm:spPr/>
    </dgm:pt>
    <dgm:pt modelId="{8602E3ED-77F0-4420-A13B-3EB6AF400858}" type="pres">
      <dgm:prSet presAssocID="{7B6AD9BA-66E0-4DCA-B2CD-A671F51C5BFD}" presName="bgRect" presStyleLbl="bgShp" presStyleIdx="2" presStyleCnt="4"/>
      <dgm:spPr/>
    </dgm:pt>
    <dgm:pt modelId="{7045745F-6727-46A9-A759-CDA81A796C1B}" type="pres">
      <dgm:prSet presAssocID="{7B6AD9BA-66E0-4DCA-B2CD-A671F51C5BFD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2CC0355E-38F6-4D3D-B51B-4FB25DE6A595}" type="pres">
      <dgm:prSet presAssocID="{7B6AD9BA-66E0-4DCA-B2CD-A671F51C5BFD}" presName="spaceRect" presStyleCnt="0"/>
      <dgm:spPr/>
    </dgm:pt>
    <dgm:pt modelId="{81799C9B-CA41-4112-986F-ED3805C2FB45}" type="pres">
      <dgm:prSet presAssocID="{7B6AD9BA-66E0-4DCA-B2CD-A671F51C5BFD}" presName="parTx" presStyleLbl="revTx" presStyleIdx="2" presStyleCnt="4">
        <dgm:presLayoutVars>
          <dgm:chMax val="0"/>
          <dgm:chPref val="0"/>
        </dgm:presLayoutVars>
      </dgm:prSet>
      <dgm:spPr/>
    </dgm:pt>
    <dgm:pt modelId="{069804C5-37C0-483E-A3F7-324E665AD17C}" type="pres">
      <dgm:prSet presAssocID="{9B2891C2-71AB-4B86-A591-4316FAFC0A46}" presName="sibTrans" presStyleCnt="0"/>
      <dgm:spPr/>
    </dgm:pt>
    <dgm:pt modelId="{7E28EAE2-A40A-4AFF-B055-C6A648034A61}" type="pres">
      <dgm:prSet presAssocID="{77554045-576A-4983-8A9C-F52D25D8588C}" presName="compNode" presStyleCnt="0"/>
      <dgm:spPr/>
    </dgm:pt>
    <dgm:pt modelId="{7DE3BEDD-6AD6-46D6-A507-C6D8DB06E394}" type="pres">
      <dgm:prSet presAssocID="{77554045-576A-4983-8A9C-F52D25D8588C}" presName="bgRect" presStyleLbl="bgShp" presStyleIdx="3" presStyleCnt="4"/>
      <dgm:spPr/>
    </dgm:pt>
    <dgm:pt modelId="{859E9ADA-7047-4BBA-9AC2-AB55EBFF0240}" type="pres">
      <dgm:prSet presAssocID="{77554045-576A-4983-8A9C-F52D25D8588C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25A41713-8983-4CCE-8EF0-9DEEED018920}" type="pres">
      <dgm:prSet presAssocID="{77554045-576A-4983-8A9C-F52D25D8588C}" presName="spaceRect" presStyleCnt="0"/>
      <dgm:spPr/>
    </dgm:pt>
    <dgm:pt modelId="{9CF90F70-459F-4A9F-8EF0-1FDA8C8DAFBC}" type="pres">
      <dgm:prSet presAssocID="{77554045-576A-4983-8A9C-F52D25D8588C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5343DB1A-E366-4CD0-ADFB-D01856EA14D7}" type="presOf" srcId="{7B6AD9BA-66E0-4DCA-B2CD-A671F51C5BFD}" destId="{81799C9B-CA41-4112-986F-ED3805C2FB45}" srcOrd="0" destOrd="0" presId="urn:microsoft.com/office/officeart/2018/2/layout/IconVerticalSolidList"/>
    <dgm:cxn modelId="{F2704221-992C-47CA-ADAB-FBE71DF62A32}" srcId="{1621C178-815B-479A-8E92-4DFC1CA50076}" destId="{D2F14FD6-D381-4EB0-863A-8D064F4CECB8}" srcOrd="1" destOrd="0" parTransId="{F604113E-23D3-47C7-A4CB-FF30DDC2E246}" sibTransId="{FD133F5A-0DBF-45C3-B4E4-275A662E1ABE}"/>
    <dgm:cxn modelId="{2F584123-C33E-4668-BFEB-49A6706A9C5D}" srcId="{1621C178-815B-479A-8E92-4DFC1CA50076}" destId="{43D94564-A1A1-4FAA-BE8B-DEF298BDE406}" srcOrd="0" destOrd="0" parTransId="{3A4173D1-562A-47D2-8A05-B16FB475DE1F}" sibTransId="{0BCA436E-2B86-4105-982B-E501E9A92171}"/>
    <dgm:cxn modelId="{6A848A25-EBFA-47DB-8711-26F3B9D3207F}" type="presOf" srcId="{1621C178-815B-479A-8E92-4DFC1CA50076}" destId="{2F4FFE12-719C-450B-9EB8-CDFB7227CA1A}" srcOrd="0" destOrd="0" presId="urn:microsoft.com/office/officeart/2018/2/layout/IconVerticalSolidList"/>
    <dgm:cxn modelId="{00D6AB36-E0DB-443E-9969-2B1CA802B2CB}" srcId="{1621C178-815B-479A-8E92-4DFC1CA50076}" destId="{77554045-576A-4983-8A9C-F52D25D8588C}" srcOrd="3" destOrd="0" parTransId="{D997949D-F5E4-4AAC-82C6-A685BECB4EF7}" sibTransId="{31A7F95B-0E09-47C8-81A8-2963C9626FAC}"/>
    <dgm:cxn modelId="{CA3FDE36-4172-4792-AE3E-A18F99448AE2}" type="presOf" srcId="{77554045-576A-4983-8A9C-F52D25D8588C}" destId="{9CF90F70-459F-4A9F-8EF0-1FDA8C8DAFBC}" srcOrd="0" destOrd="0" presId="urn:microsoft.com/office/officeart/2018/2/layout/IconVerticalSolidList"/>
    <dgm:cxn modelId="{6D1BD95E-CCB0-432D-971F-75AB00C8AD47}" type="presOf" srcId="{D2F14FD6-D381-4EB0-863A-8D064F4CECB8}" destId="{5D689A0F-F83D-442E-ABBA-8F9C51A42E4D}" srcOrd="0" destOrd="0" presId="urn:microsoft.com/office/officeart/2018/2/layout/IconVerticalSolidList"/>
    <dgm:cxn modelId="{D5E15493-9CCC-4C0A-968D-1CB83C901178}" srcId="{1621C178-815B-479A-8E92-4DFC1CA50076}" destId="{7B6AD9BA-66E0-4DCA-B2CD-A671F51C5BFD}" srcOrd="2" destOrd="0" parTransId="{83F3428E-CEAA-4D28-89BC-52F74A8450F5}" sibTransId="{9B2891C2-71AB-4B86-A591-4316FAFC0A46}"/>
    <dgm:cxn modelId="{11946CE5-AB50-4144-B4DF-EF60EFC37417}" type="presOf" srcId="{43D94564-A1A1-4FAA-BE8B-DEF298BDE406}" destId="{B4151BDA-BEBF-4DF2-9F60-1E860029DE8E}" srcOrd="0" destOrd="0" presId="urn:microsoft.com/office/officeart/2018/2/layout/IconVerticalSolidList"/>
    <dgm:cxn modelId="{6D3A0136-E51B-4E2D-9C36-CD32E9FCE208}" type="presParOf" srcId="{2F4FFE12-719C-450B-9EB8-CDFB7227CA1A}" destId="{732AA038-0DA6-4389-9AD4-F2F50891B891}" srcOrd="0" destOrd="0" presId="urn:microsoft.com/office/officeart/2018/2/layout/IconVerticalSolidList"/>
    <dgm:cxn modelId="{12D223CA-79EF-41E1-A70C-971DB80F80B9}" type="presParOf" srcId="{732AA038-0DA6-4389-9AD4-F2F50891B891}" destId="{7FCC159A-18C5-409A-9BD4-A488A3F8F7BE}" srcOrd="0" destOrd="0" presId="urn:microsoft.com/office/officeart/2018/2/layout/IconVerticalSolidList"/>
    <dgm:cxn modelId="{3A3D3FFF-4392-46E4-9839-CABBFBFF7953}" type="presParOf" srcId="{732AA038-0DA6-4389-9AD4-F2F50891B891}" destId="{F26BB079-ADEF-43E5-A31B-FCD4656B0914}" srcOrd="1" destOrd="0" presId="urn:microsoft.com/office/officeart/2018/2/layout/IconVerticalSolidList"/>
    <dgm:cxn modelId="{7C78540B-FE3D-4D8A-88EB-396C98462FBF}" type="presParOf" srcId="{732AA038-0DA6-4389-9AD4-F2F50891B891}" destId="{FB23C72B-ADB3-4138-98A5-6A6B354D6AEB}" srcOrd="2" destOrd="0" presId="urn:microsoft.com/office/officeart/2018/2/layout/IconVerticalSolidList"/>
    <dgm:cxn modelId="{71F27E33-DE10-4280-B54C-BB0663F1803F}" type="presParOf" srcId="{732AA038-0DA6-4389-9AD4-F2F50891B891}" destId="{B4151BDA-BEBF-4DF2-9F60-1E860029DE8E}" srcOrd="3" destOrd="0" presId="urn:microsoft.com/office/officeart/2018/2/layout/IconVerticalSolidList"/>
    <dgm:cxn modelId="{81E22E4F-668E-4702-8D8E-B56F8AC6E789}" type="presParOf" srcId="{2F4FFE12-719C-450B-9EB8-CDFB7227CA1A}" destId="{E43B4386-F7DA-40F2-B02D-D93903D84AE5}" srcOrd="1" destOrd="0" presId="urn:microsoft.com/office/officeart/2018/2/layout/IconVerticalSolidList"/>
    <dgm:cxn modelId="{F6CD98E5-412A-4229-99E9-C3BED2679488}" type="presParOf" srcId="{2F4FFE12-719C-450B-9EB8-CDFB7227CA1A}" destId="{266BA954-0747-4541-99D5-904EF6E803D9}" srcOrd="2" destOrd="0" presId="urn:microsoft.com/office/officeart/2018/2/layout/IconVerticalSolidList"/>
    <dgm:cxn modelId="{C9FAE1D1-F004-4A5F-802A-979BAA2A966A}" type="presParOf" srcId="{266BA954-0747-4541-99D5-904EF6E803D9}" destId="{DBD2FA26-6C14-4019-B8DD-BECE31E33B41}" srcOrd="0" destOrd="0" presId="urn:microsoft.com/office/officeart/2018/2/layout/IconVerticalSolidList"/>
    <dgm:cxn modelId="{CDDEF05C-E0D1-4231-954F-D82A799BC842}" type="presParOf" srcId="{266BA954-0747-4541-99D5-904EF6E803D9}" destId="{F005A806-11E4-483D-8612-9EF56AFCC5F3}" srcOrd="1" destOrd="0" presId="urn:microsoft.com/office/officeart/2018/2/layout/IconVerticalSolidList"/>
    <dgm:cxn modelId="{2C24A31C-A8C0-4D4D-A466-F347EAC62AED}" type="presParOf" srcId="{266BA954-0747-4541-99D5-904EF6E803D9}" destId="{04A6302B-F84D-4D3C-AC11-C1FB5BEE96BA}" srcOrd="2" destOrd="0" presId="urn:microsoft.com/office/officeart/2018/2/layout/IconVerticalSolidList"/>
    <dgm:cxn modelId="{FA3487DD-A633-442D-8D55-107CC853F9F8}" type="presParOf" srcId="{266BA954-0747-4541-99D5-904EF6E803D9}" destId="{5D689A0F-F83D-442E-ABBA-8F9C51A42E4D}" srcOrd="3" destOrd="0" presId="urn:microsoft.com/office/officeart/2018/2/layout/IconVerticalSolidList"/>
    <dgm:cxn modelId="{73E2A7CC-85D2-4164-9A31-3AA717212916}" type="presParOf" srcId="{2F4FFE12-719C-450B-9EB8-CDFB7227CA1A}" destId="{8FCC8524-E583-4A4B-A163-9F8EE008174D}" srcOrd="3" destOrd="0" presId="urn:microsoft.com/office/officeart/2018/2/layout/IconVerticalSolidList"/>
    <dgm:cxn modelId="{CA43D226-0BEC-472B-B50C-B83B2D3A70CC}" type="presParOf" srcId="{2F4FFE12-719C-450B-9EB8-CDFB7227CA1A}" destId="{EC8B2279-DB1A-4C2F-ABC8-C386BB173EA4}" srcOrd="4" destOrd="0" presId="urn:microsoft.com/office/officeart/2018/2/layout/IconVerticalSolidList"/>
    <dgm:cxn modelId="{AA2128A7-A1D9-41EC-9952-9B8ABC6BB925}" type="presParOf" srcId="{EC8B2279-DB1A-4C2F-ABC8-C386BB173EA4}" destId="{8602E3ED-77F0-4420-A13B-3EB6AF400858}" srcOrd="0" destOrd="0" presId="urn:microsoft.com/office/officeart/2018/2/layout/IconVerticalSolidList"/>
    <dgm:cxn modelId="{A535BFAF-4C3A-4912-9C1E-DEBB41D61345}" type="presParOf" srcId="{EC8B2279-DB1A-4C2F-ABC8-C386BB173EA4}" destId="{7045745F-6727-46A9-A759-CDA81A796C1B}" srcOrd="1" destOrd="0" presId="urn:microsoft.com/office/officeart/2018/2/layout/IconVerticalSolidList"/>
    <dgm:cxn modelId="{AA606775-07F8-43DE-89E6-9A2750E72A80}" type="presParOf" srcId="{EC8B2279-DB1A-4C2F-ABC8-C386BB173EA4}" destId="{2CC0355E-38F6-4D3D-B51B-4FB25DE6A595}" srcOrd="2" destOrd="0" presId="urn:microsoft.com/office/officeart/2018/2/layout/IconVerticalSolidList"/>
    <dgm:cxn modelId="{B13BF39E-C40E-45C0-A670-CC474E644D2B}" type="presParOf" srcId="{EC8B2279-DB1A-4C2F-ABC8-C386BB173EA4}" destId="{81799C9B-CA41-4112-986F-ED3805C2FB45}" srcOrd="3" destOrd="0" presId="urn:microsoft.com/office/officeart/2018/2/layout/IconVerticalSolidList"/>
    <dgm:cxn modelId="{01B8689A-9353-473E-B9B7-49E66E5B9402}" type="presParOf" srcId="{2F4FFE12-719C-450B-9EB8-CDFB7227CA1A}" destId="{069804C5-37C0-483E-A3F7-324E665AD17C}" srcOrd="5" destOrd="0" presId="urn:microsoft.com/office/officeart/2018/2/layout/IconVerticalSolidList"/>
    <dgm:cxn modelId="{8997E0ED-D748-46F1-9A4A-93A56BBD9725}" type="presParOf" srcId="{2F4FFE12-719C-450B-9EB8-CDFB7227CA1A}" destId="{7E28EAE2-A40A-4AFF-B055-C6A648034A61}" srcOrd="6" destOrd="0" presId="urn:microsoft.com/office/officeart/2018/2/layout/IconVerticalSolidList"/>
    <dgm:cxn modelId="{FED4586E-5F38-4B89-AC1F-22BC6A7596DE}" type="presParOf" srcId="{7E28EAE2-A40A-4AFF-B055-C6A648034A61}" destId="{7DE3BEDD-6AD6-46D6-A507-C6D8DB06E394}" srcOrd="0" destOrd="0" presId="urn:microsoft.com/office/officeart/2018/2/layout/IconVerticalSolidList"/>
    <dgm:cxn modelId="{A76743D6-3325-46B8-BBD7-F46D904AD721}" type="presParOf" srcId="{7E28EAE2-A40A-4AFF-B055-C6A648034A61}" destId="{859E9ADA-7047-4BBA-9AC2-AB55EBFF0240}" srcOrd="1" destOrd="0" presId="urn:microsoft.com/office/officeart/2018/2/layout/IconVerticalSolidList"/>
    <dgm:cxn modelId="{6A27792A-E205-41FB-8A9C-DAD3672164BF}" type="presParOf" srcId="{7E28EAE2-A40A-4AFF-B055-C6A648034A61}" destId="{25A41713-8983-4CCE-8EF0-9DEEED018920}" srcOrd="2" destOrd="0" presId="urn:microsoft.com/office/officeart/2018/2/layout/IconVerticalSolidList"/>
    <dgm:cxn modelId="{118690B3-C825-4E46-872D-98ED2D2D06CA}" type="presParOf" srcId="{7E28EAE2-A40A-4AFF-B055-C6A648034A61}" destId="{9CF90F70-459F-4A9F-8EF0-1FDA8C8DAFB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CB730BE-AE95-4A31-9000-19F0ECF76404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C4997D1-05C6-4D64-8890-D7EAEB809DB5}">
      <dgm:prSet/>
      <dgm:spPr/>
      <dgm:t>
        <a:bodyPr/>
        <a:lstStyle/>
        <a:p>
          <a:r>
            <a:rPr lang="en-US"/>
            <a:t>Banking Example:</a:t>
          </a:r>
        </a:p>
      </dgm:t>
    </dgm:pt>
    <dgm:pt modelId="{79E064E0-D56C-494D-9326-EFFF05714948}" type="parTrans" cxnId="{A15F254E-699E-4815-9890-E051E353D47E}">
      <dgm:prSet/>
      <dgm:spPr/>
      <dgm:t>
        <a:bodyPr/>
        <a:lstStyle/>
        <a:p>
          <a:endParaRPr lang="en-US"/>
        </a:p>
      </dgm:t>
    </dgm:pt>
    <dgm:pt modelId="{BE6D91D8-81FC-4988-9967-AE7A45FA4EE1}" type="sibTrans" cxnId="{A15F254E-699E-4815-9890-E051E353D47E}">
      <dgm:prSet/>
      <dgm:spPr/>
      <dgm:t>
        <a:bodyPr/>
        <a:lstStyle/>
        <a:p>
          <a:endParaRPr lang="en-US"/>
        </a:p>
      </dgm:t>
    </dgm:pt>
    <dgm:pt modelId="{B3D13F3F-D630-403F-B313-3173289DFCDA}">
      <dgm:prSet/>
      <dgm:spPr/>
      <dgm:t>
        <a:bodyPr/>
        <a:lstStyle/>
        <a:p>
          <a:r>
            <a:rPr lang="en-US"/>
            <a:t>Engineer loads transaction data into warehouse</a:t>
          </a:r>
        </a:p>
      </dgm:t>
    </dgm:pt>
    <dgm:pt modelId="{66687E24-873C-4BB5-AA41-5C23F3160C72}" type="parTrans" cxnId="{F4FB896B-296E-48DF-9513-82168387A4E5}">
      <dgm:prSet/>
      <dgm:spPr/>
      <dgm:t>
        <a:bodyPr/>
        <a:lstStyle/>
        <a:p>
          <a:endParaRPr lang="en-US"/>
        </a:p>
      </dgm:t>
    </dgm:pt>
    <dgm:pt modelId="{ABCB94A0-BE38-4233-8067-DF5F5825D054}" type="sibTrans" cxnId="{F4FB896B-296E-48DF-9513-82168387A4E5}">
      <dgm:prSet/>
      <dgm:spPr/>
      <dgm:t>
        <a:bodyPr/>
        <a:lstStyle/>
        <a:p>
          <a:endParaRPr lang="en-US"/>
        </a:p>
      </dgm:t>
    </dgm:pt>
    <dgm:pt modelId="{4AF714C1-AA69-40C3-8E0E-20F87A3E7929}">
      <dgm:prSet/>
      <dgm:spPr/>
      <dgm:t>
        <a:bodyPr/>
        <a:lstStyle/>
        <a:p>
          <a:r>
            <a:rPr lang="en-US"/>
            <a:t>Analyst builds fraud monitoring dashboard</a:t>
          </a:r>
        </a:p>
      </dgm:t>
    </dgm:pt>
    <dgm:pt modelId="{B78B752E-0886-4E1D-901C-7E6F979BD5AF}" type="parTrans" cxnId="{049BC5A6-A599-420F-8DC3-5D3A4E0DA19E}">
      <dgm:prSet/>
      <dgm:spPr/>
      <dgm:t>
        <a:bodyPr/>
        <a:lstStyle/>
        <a:p>
          <a:endParaRPr lang="en-US"/>
        </a:p>
      </dgm:t>
    </dgm:pt>
    <dgm:pt modelId="{C5158BBB-CF36-4301-8367-BF0CCBA92ACD}" type="sibTrans" cxnId="{049BC5A6-A599-420F-8DC3-5D3A4E0DA19E}">
      <dgm:prSet/>
      <dgm:spPr/>
      <dgm:t>
        <a:bodyPr/>
        <a:lstStyle/>
        <a:p>
          <a:endParaRPr lang="en-US"/>
        </a:p>
      </dgm:t>
    </dgm:pt>
    <dgm:pt modelId="{2D3606DC-E0E6-4364-8079-DF80AAB964AB}">
      <dgm:prSet/>
      <dgm:spPr/>
      <dgm:t>
        <a:bodyPr/>
        <a:lstStyle/>
        <a:p>
          <a:r>
            <a:rPr lang="en-US"/>
            <a:t>Scientist builds fraud prediction model</a:t>
          </a:r>
        </a:p>
      </dgm:t>
    </dgm:pt>
    <dgm:pt modelId="{5ECDBD7E-B027-4C09-8AAA-EA5B1810EED8}" type="parTrans" cxnId="{77A18274-5E4C-4FC5-A5E9-B4FC6CB575AE}">
      <dgm:prSet/>
      <dgm:spPr/>
      <dgm:t>
        <a:bodyPr/>
        <a:lstStyle/>
        <a:p>
          <a:endParaRPr lang="en-US"/>
        </a:p>
      </dgm:t>
    </dgm:pt>
    <dgm:pt modelId="{30C45C67-D84B-463C-BDE4-1D8DE8FEE208}" type="sibTrans" cxnId="{77A18274-5E4C-4FC5-A5E9-B4FC6CB575AE}">
      <dgm:prSet/>
      <dgm:spPr/>
      <dgm:t>
        <a:bodyPr/>
        <a:lstStyle/>
        <a:p>
          <a:endParaRPr lang="en-US"/>
        </a:p>
      </dgm:t>
    </dgm:pt>
    <dgm:pt modelId="{8AE07F10-5957-4219-9219-00C70F2A9936}">
      <dgm:prSet/>
      <dgm:spPr/>
      <dgm:t>
        <a:bodyPr/>
        <a:lstStyle/>
        <a:p>
          <a:r>
            <a:rPr lang="en-US" dirty="0"/>
            <a:t>All 3 roles depend on each other</a:t>
          </a:r>
        </a:p>
      </dgm:t>
    </dgm:pt>
    <dgm:pt modelId="{D6702DAA-CB83-40D3-ABE2-0ABF63477D52}" type="parTrans" cxnId="{1CA1D500-B9AB-4940-A0B7-AA9F0DBB5751}">
      <dgm:prSet/>
      <dgm:spPr/>
      <dgm:t>
        <a:bodyPr/>
        <a:lstStyle/>
        <a:p>
          <a:endParaRPr lang="en-US"/>
        </a:p>
      </dgm:t>
    </dgm:pt>
    <dgm:pt modelId="{5F02BA8B-935D-449D-9C5D-4D79DBF1E1C8}" type="sibTrans" cxnId="{1CA1D500-B9AB-4940-A0B7-AA9F0DBB5751}">
      <dgm:prSet/>
      <dgm:spPr/>
      <dgm:t>
        <a:bodyPr/>
        <a:lstStyle/>
        <a:p>
          <a:endParaRPr lang="en-US"/>
        </a:p>
      </dgm:t>
    </dgm:pt>
    <dgm:pt modelId="{A73035C9-BBC5-4ED7-B708-66EBF9B0E7B8}" type="pres">
      <dgm:prSet presAssocID="{DCB730BE-AE95-4A31-9000-19F0ECF76404}" presName="linear" presStyleCnt="0">
        <dgm:presLayoutVars>
          <dgm:animLvl val="lvl"/>
          <dgm:resizeHandles val="exact"/>
        </dgm:presLayoutVars>
      </dgm:prSet>
      <dgm:spPr/>
    </dgm:pt>
    <dgm:pt modelId="{95131079-9E42-4F76-8B9C-007180ABFF51}" type="pres">
      <dgm:prSet presAssocID="{FC4997D1-05C6-4D64-8890-D7EAEB809DB5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E1DA3C10-8656-4F40-B175-70DC0C9C3B94}" type="pres">
      <dgm:prSet presAssocID="{BE6D91D8-81FC-4988-9967-AE7A45FA4EE1}" presName="spacer" presStyleCnt="0"/>
      <dgm:spPr/>
    </dgm:pt>
    <dgm:pt modelId="{34F391DA-48C5-4CC1-8ED9-BC2249886E57}" type="pres">
      <dgm:prSet presAssocID="{B3D13F3F-D630-403F-B313-3173289DFCDA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8406AED5-F0BD-457E-97E2-42E42C4F7160}" type="pres">
      <dgm:prSet presAssocID="{ABCB94A0-BE38-4233-8067-DF5F5825D054}" presName="spacer" presStyleCnt="0"/>
      <dgm:spPr/>
    </dgm:pt>
    <dgm:pt modelId="{A97DC5FB-1E8B-4042-AC31-DDAAEDADD761}" type="pres">
      <dgm:prSet presAssocID="{4AF714C1-AA69-40C3-8E0E-20F87A3E7929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242773A9-9743-4188-B60B-03C481DAEF80}" type="pres">
      <dgm:prSet presAssocID="{C5158BBB-CF36-4301-8367-BF0CCBA92ACD}" presName="spacer" presStyleCnt="0"/>
      <dgm:spPr/>
    </dgm:pt>
    <dgm:pt modelId="{69E8CFE3-4E1B-4118-B189-977B11E8B398}" type="pres">
      <dgm:prSet presAssocID="{2D3606DC-E0E6-4364-8079-DF80AAB964AB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53E2BABE-AD67-494F-918C-4A6A64513E15}" type="pres">
      <dgm:prSet presAssocID="{30C45C67-D84B-463C-BDE4-1D8DE8FEE208}" presName="spacer" presStyleCnt="0"/>
      <dgm:spPr/>
    </dgm:pt>
    <dgm:pt modelId="{5C91BE03-87D8-4E14-BBD8-FC9AE05ECD3E}" type="pres">
      <dgm:prSet presAssocID="{8AE07F10-5957-4219-9219-00C70F2A9936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1CA1D500-B9AB-4940-A0B7-AA9F0DBB5751}" srcId="{DCB730BE-AE95-4A31-9000-19F0ECF76404}" destId="{8AE07F10-5957-4219-9219-00C70F2A9936}" srcOrd="4" destOrd="0" parTransId="{D6702DAA-CB83-40D3-ABE2-0ABF63477D52}" sibTransId="{5F02BA8B-935D-449D-9C5D-4D79DBF1E1C8}"/>
    <dgm:cxn modelId="{B822E22C-058C-460A-8363-24D31B4A195E}" type="presOf" srcId="{FC4997D1-05C6-4D64-8890-D7EAEB809DB5}" destId="{95131079-9E42-4F76-8B9C-007180ABFF51}" srcOrd="0" destOrd="0" presId="urn:microsoft.com/office/officeart/2005/8/layout/vList2"/>
    <dgm:cxn modelId="{F2D8703F-7D22-4CCB-BCD1-FA20CC6B95FC}" type="presOf" srcId="{2D3606DC-E0E6-4364-8079-DF80AAB964AB}" destId="{69E8CFE3-4E1B-4118-B189-977B11E8B398}" srcOrd="0" destOrd="0" presId="urn:microsoft.com/office/officeart/2005/8/layout/vList2"/>
    <dgm:cxn modelId="{0582D244-25C4-4EA4-8F78-35FD20C12EDB}" type="presOf" srcId="{4AF714C1-AA69-40C3-8E0E-20F87A3E7929}" destId="{A97DC5FB-1E8B-4042-AC31-DDAAEDADD761}" srcOrd="0" destOrd="0" presId="urn:microsoft.com/office/officeart/2005/8/layout/vList2"/>
    <dgm:cxn modelId="{F4FB896B-296E-48DF-9513-82168387A4E5}" srcId="{DCB730BE-AE95-4A31-9000-19F0ECF76404}" destId="{B3D13F3F-D630-403F-B313-3173289DFCDA}" srcOrd="1" destOrd="0" parTransId="{66687E24-873C-4BB5-AA41-5C23F3160C72}" sibTransId="{ABCB94A0-BE38-4233-8067-DF5F5825D054}"/>
    <dgm:cxn modelId="{A15F254E-699E-4815-9890-E051E353D47E}" srcId="{DCB730BE-AE95-4A31-9000-19F0ECF76404}" destId="{FC4997D1-05C6-4D64-8890-D7EAEB809DB5}" srcOrd="0" destOrd="0" parTransId="{79E064E0-D56C-494D-9326-EFFF05714948}" sibTransId="{BE6D91D8-81FC-4988-9967-AE7A45FA4EE1}"/>
    <dgm:cxn modelId="{77A18274-5E4C-4FC5-A5E9-B4FC6CB575AE}" srcId="{DCB730BE-AE95-4A31-9000-19F0ECF76404}" destId="{2D3606DC-E0E6-4364-8079-DF80AAB964AB}" srcOrd="3" destOrd="0" parTransId="{5ECDBD7E-B027-4C09-8AAA-EA5B1810EED8}" sibTransId="{30C45C67-D84B-463C-BDE4-1D8DE8FEE208}"/>
    <dgm:cxn modelId="{7AD90A5A-9F32-47C4-9088-9406229560B7}" type="presOf" srcId="{8AE07F10-5957-4219-9219-00C70F2A9936}" destId="{5C91BE03-87D8-4E14-BBD8-FC9AE05ECD3E}" srcOrd="0" destOrd="0" presId="urn:microsoft.com/office/officeart/2005/8/layout/vList2"/>
    <dgm:cxn modelId="{41D2C690-CFB5-488B-A0C0-64FD8D67D805}" type="presOf" srcId="{DCB730BE-AE95-4A31-9000-19F0ECF76404}" destId="{A73035C9-BBC5-4ED7-B708-66EBF9B0E7B8}" srcOrd="0" destOrd="0" presId="urn:microsoft.com/office/officeart/2005/8/layout/vList2"/>
    <dgm:cxn modelId="{DFE8B793-AFF6-451D-82D0-F534762451BD}" type="presOf" srcId="{B3D13F3F-D630-403F-B313-3173289DFCDA}" destId="{34F391DA-48C5-4CC1-8ED9-BC2249886E57}" srcOrd="0" destOrd="0" presId="urn:microsoft.com/office/officeart/2005/8/layout/vList2"/>
    <dgm:cxn modelId="{049BC5A6-A599-420F-8DC3-5D3A4E0DA19E}" srcId="{DCB730BE-AE95-4A31-9000-19F0ECF76404}" destId="{4AF714C1-AA69-40C3-8E0E-20F87A3E7929}" srcOrd="2" destOrd="0" parTransId="{B78B752E-0886-4E1D-901C-7E6F979BD5AF}" sibTransId="{C5158BBB-CF36-4301-8367-BF0CCBA92ACD}"/>
    <dgm:cxn modelId="{43CF9B7D-0050-43BC-AE1D-0112056F8DD0}" type="presParOf" srcId="{A73035C9-BBC5-4ED7-B708-66EBF9B0E7B8}" destId="{95131079-9E42-4F76-8B9C-007180ABFF51}" srcOrd="0" destOrd="0" presId="urn:microsoft.com/office/officeart/2005/8/layout/vList2"/>
    <dgm:cxn modelId="{363A6AF6-5992-4EB4-8CCA-B00D6426C93A}" type="presParOf" srcId="{A73035C9-BBC5-4ED7-B708-66EBF9B0E7B8}" destId="{E1DA3C10-8656-4F40-B175-70DC0C9C3B94}" srcOrd="1" destOrd="0" presId="urn:microsoft.com/office/officeart/2005/8/layout/vList2"/>
    <dgm:cxn modelId="{00AE6E87-E026-460E-8131-78BED60E4B26}" type="presParOf" srcId="{A73035C9-BBC5-4ED7-B708-66EBF9B0E7B8}" destId="{34F391DA-48C5-4CC1-8ED9-BC2249886E57}" srcOrd="2" destOrd="0" presId="urn:microsoft.com/office/officeart/2005/8/layout/vList2"/>
    <dgm:cxn modelId="{87727CFD-9616-468B-8116-17161F0FB382}" type="presParOf" srcId="{A73035C9-BBC5-4ED7-B708-66EBF9B0E7B8}" destId="{8406AED5-F0BD-457E-97E2-42E42C4F7160}" srcOrd="3" destOrd="0" presId="urn:microsoft.com/office/officeart/2005/8/layout/vList2"/>
    <dgm:cxn modelId="{8614662B-BDF4-483C-AE67-D537CA14733D}" type="presParOf" srcId="{A73035C9-BBC5-4ED7-B708-66EBF9B0E7B8}" destId="{A97DC5FB-1E8B-4042-AC31-DDAAEDADD761}" srcOrd="4" destOrd="0" presId="urn:microsoft.com/office/officeart/2005/8/layout/vList2"/>
    <dgm:cxn modelId="{22496965-3428-485C-9738-517B3B9F9C37}" type="presParOf" srcId="{A73035C9-BBC5-4ED7-B708-66EBF9B0E7B8}" destId="{242773A9-9743-4188-B60B-03C481DAEF80}" srcOrd="5" destOrd="0" presId="urn:microsoft.com/office/officeart/2005/8/layout/vList2"/>
    <dgm:cxn modelId="{0BBD211E-DC79-4FCD-B6AD-7B99F1E527F0}" type="presParOf" srcId="{A73035C9-BBC5-4ED7-B708-66EBF9B0E7B8}" destId="{69E8CFE3-4E1B-4118-B189-977B11E8B398}" srcOrd="6" destOrd="0" presId="urn:microsoft.com/office/officeart/2005/8/layout/vList2"/>
    <dgm:cxn modelId="{9A1D04DF-B5F7-43D5-83BA-A60C5E45ED93}" type="presParOf" srcId="{A73035C9-BBC5-4ED7-B708-66EBF9B0E7B8}" destId="{53E2BABE-AD67-494F-918C-4A6A64513E15}" srcOrd="7" destOrd="0" presId="urn:microsoft.com/office/officeart/2005/8/layout/vList2"/>
    <dgm:cxn modelId="{E0CCD591-2F9F-45BB-ABB3-B316CABFEB19}" type="presParOf" srcId="{A73035C9-BBC5-4ED7-B708-66EBF9B0E7B8}" destId="{5C91BE03-87D8-4E14-BBD8-FC9AE05ECD3E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F92A0F3-E424-4CEF-AC9D-11C80698D7A4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C40173DD-5546-4980-9EAC-9B9DCCF4D677}">
      <dgm:prSet/>
      <dgm:spPr/>
      <dgm:t>
        <a:bodyPr/>
        <a:lstStyle/>
        <a:p>
          <a:r>
            <a:rPr lang="en-US"/>
            <a:t>OLTP = Online Transaction Processing</a:t>
          </a:r>
        </a:p>
      </dgm:t>
    </dgm:pt>
    <dgm:pt modelId="{C505448F-EA07-497D-944D-1685A41E5A83}" type="parTrans" cxnId="{F140D748-D326-44D6-9E1E-A3A5B7CCC3D9}">
      <dgm:prSet/>
      <dgm:spPr/>
      <dgm:t>
        <a:bodyPr/>
        <a:lstStyle/>
        <a:p>
          <a:endParaRPr lang="en-US"/>
        </a:p>
      </dgm:t>
    </dgm:pt>
    <dgm:pt modelId="{056163BA-BAE8-4A49-B343-5355364E2DE3}" type="sibTrans" cxnId="{F140D748-D326-44D6-9E1E-A3A5B7CCC3D9}">
      <dgm:prSet/>
      <dgm:spPr/>
      <dgm:t>
        <a:bodyPr/>
        <a:lstStyle/>
        <a:p>
          <a:endParaRPr lang="en-US"/>
        </a:p>
      </dgm:t>
    </dgm:pt>
    <dgm:pt modelId="{B20CDB08-FA2C-4529-8340-3DA3C4BFADB0}">
      <dgm:prSet/>
      <dgm:spPr/>
      <dgm:t>
        <a:bodyPr/>
        <a:lstStyle/>
        <a:p>
          <a:r>
            <a:rPr lang="en-US"/>
            <a:t>Used for fast day-to-day transactions</a:t>
          </a:r>
        </a:p>
      </dgm:t>
    </dgm:pt>
    <dgm:pt modelId="{28CE5394-FCA7-4D4B-899B-A4C21029DA85}" type="parTrans" cxnId="{1E9659BA-3E97-44F0-B3E5-CB6FEDDB17E6}">
      <dgm:prSet/>
      <dgm:spPr/>
      <dgm:t>
        <a:bodyPr/>
        <a:lstStyle/>
        <a:p>
          <a:endParaRPr lang="en-US"/>
        </a:p>
      </dgm:t>
    </dgm:pt>
    <dgm:pt modelId="{F5515A42-E402-4899-8009-578BB1F152CB}" type="sibTrans" cxnId="{1E9659BA-3E97-44F0-B3E5-CB6FEDDB17E6}">
      <dgm:prSet/>
      <dgm:spPr/>
      <dgm:t>
        <a:bodyPr/>
        <a:lstStyle/>
        <a:p>
          <a:endParaRPr lang="en-US"/>
        </a:p>
      </dgm:t>
    </dgm:pt>
    <dgm:pt modelId="{29E97D1A-FC80-435E-B17C-F78D69A526ED}">
      <dgm:prSet/>
      <dgm:spPr/>
      <dgm:t>
        <a:bodyPr/>
        <a:lstStyle/>
        <a:p>
          <a:r>
            <a:rPr lang="en-US"/>
            <a:t>Example: ATM withdrawals, e-commerce orders</a:t>
          </a:r>
        </a:p>
      </dgm:t>
    </dgm:pt>
    <dgm:pt modelId="{8203B399-4BB1-4011-8C74-DE4182F2B7F8}" type="parTrans" cxnId="{406BB09C-AC41-4311-B751-DCBA8DE1082D}">
      <dgm:prSet/>
      <dgm:spPr/>
      <dgm:t>
        <a:bodyPr/>
        <a:lstStyle/>
        <a:p>
          <a:endParaRPr lang="en-US"/>
        </a:p>
      </dgm:t>
    </dgm:pt>
    <dgm:pt modelId="{410CFA98-8DB7-4FDD-AE50-DC71AF78CD01}" type="sibTrans" cxnId="{406BB09C-AC41-4311-B751-DCBA8DE1082D}">
      <dgm:prSet/>
      <dgm:spPr/>
      <dgm:t>
        <a:bodyPr/>
        <a:lstStyle/>
        <a:p>
          <a:endParaRPr lang="en-US"/>
        </a:p>
      </dgm:t>
    </dgm:pt>
    <dgm:pt modelId="{D1B2545E-0267-420E-9AE7-505EA83A89D2}">
      <dgm:prSet/>
      <dgm:spPr/>
      <dgm:t>
        <a:bodyPr/>
        <a:lstStyle/>
        <a:p>
          <a:r>
            <a:rPr lang="en-US"/>
            <a:t>OLAP = Online Analytical Processing</a:t>
          </a:r>
        </a:p>
      </dgm:t>
    </dgm:pt>
    <dgm:pt modelId="{B766572B-61E8-4F68-A277-BBAFF094773D}" type="parTrans" cxnId="{171017D0-7BB2-4326-AB77-35003B1876DE}">
      <dgm:prSet/>
      <dgm:spPr/>
      <dgm:t>
        <a:bodyPr/>
        <a:lstStyle/>
        <a:p>
          <a:endParaRPr lang="en-US"/>
        </a:p>
      </dgm:t>
    </dgm:pt>
    <dgm:pt modelId="{06A589E3-79E1-40DE-BF03-46C9EA095F08}" type="sibTrans" cxnId="{171017D0-7BB2-4326-AB77-35003B1876DE}">
      <dgm:prSet/>
      <dgm:spPr/>
      <dgm:t>
        <a:bodyPr/>
        <a:lstStyle/>
        <a:p>
          <a:endParaRPr lang="en-US"/>
        </a:p>
      </dgm:t>
    </dgm:pt>
    <dgm:pt modelId="{21ABE53D-4177-4A67-8069-8C93117C729B}">
      <dgm:prSet/>
      <dgm:spPr/>
      <dgm:t>
        <a:bodyPr/>
        <a:lstStyle/>
        <a:p>
          <a:r>
            <a:rPr lang="en-US"/>
            <a:t>Used for analysis, reporting, and decision-making</a:t>
          </a:r>
        </a:p>
      </dgm:t>
    </dgm:pt>
    <dgm:pt modelId="{A66E1803-73A7-4133-8983-20DDF827F8C3}" type="parTrans" cxnId="{D119F13F-E8BC-45B9-A897-C359C78A320B}">
      <dgm:prSet/>
      <dgm:spPr/>
      <dgm:t>
        <a:bodyPr/>
        <a:lstStyle/>
        <a:p>
          <a:endParaRPr lang="en-US"/>
        </a:p>
      </dgm:t>
    </dgm:pt>
    <dgm:pt modelId="{818F08CC-FEA2-43DD-8C51-17B0B87A2133}" type="sibTrans" cxnId="{D119F13F-E8BC-45B9-A897-C359C78A320B}">
      <dgm:prSet/>
      <dgm:spPr/>
      <dgm:t>
        <a:bodyPr/>
        <a:lstStyle/>
        <a:p>
          <a:endParaRPr lang="en-US"/>
        </a:p>
      </dgm:t>
    </dgm:pt>
    <dgm:pt modelId="{FB279249-7D61-4521-B302-EA70182F104C}" type="pres">
      <dgm:prSet presAssocID="{8F92A0F3-E424-4CEF-AC9D-11C80698D7A4}" presName="vert0" presStyleCnt="0">
        <dgm:presLayoutVars>
          <dgm:dir/>
          <dgm:animOne val="branch"/>
          <dgm:animLvl val="lvl"/>
        </dgm:presLayoutVars>
      </dgm:prSet>
      <dgm:spPr/>
    </dgm:pt>
    <dgm:pt modelId="{0D84EC41-C514-4301-BD38-AFE8F7CF9E87}" type="pres">
      <dgm:prSet presAssocID="{C40173DD-5546-4980-9EAC-9B9DCCF4D677}" presName="thickLine" presStyleLbl="alignNode1" presStyleIdx="0" presStyleCnt="5"/>
      <dgm:spPr/>
    </dgm:pt>
    <dgm:pt modelId="{1F1838E1-20E1-40F6-A2DB-C14D8994F695}" type="pres">
      <dgm:prSet presAssocID="{C40173DD-5546-4980-9EAC-9B9DCCF4D677}" presName="horz1" presStyleCnt="0"/>
      <dgm:spPr/>
    </dgm:pt>
    <dgm:pt modelId="{8DC898AF-7CE7-4FA1-B531-38A1626D2418}" type="pres">
      <dgm:prSet presAssocID="{C40173DD-5546-4980-9EAC-9B9DCCF4D677}" presName="tx1" presStyleLbl="revTx" presStyleIdx="0" presStyleCnt="5"/>
      <dgm:spPr/>
    </dgm:pt>
    <dgm:pt modelId="{743DA385-6419-4519-94D9-B75A72E473CE}" type="pres">
      <dgm:prSet presAssocID="{C40173DD-5546-4980-9EAC-9B9DCCF4D677}" presName="vert1" presStyleCnt="0"/>
      <dgm:spPr/>
    </dgm:pt>
    <dgm:pt modelId="{C46966CB-3643-422D-A958-80109358EA75}" type="pres">
      <dgm:prSet presAssocID="{B20CDB08-FA2C-4529-8340-3DA3C4BFADB0}" presName="thickLine" presStyleLbl="alignNode1" presStyleIdx="1" presStyleCnt="5"/>
      <dgm:spPr/>
    </dgm:pt>
    <dgm:pt modelId="{37CE1ADA-D506-4D54-9E93-0A96990F158D}" type="pres">
      <dgm:prSet presAssocID="{B20CDB08-FA2C-4529-8340-3DA3C4BFADB0}" presName="horz1" presStyleCnt="0"/>
      <dgm:spPr/>
    </dgm:pt>
    <dgm:pt modelId="{FD7D83F3-200A-434F-AF54-050764798AEE}" type="pres">
      <dgm:prSet presAssocID="{B20CDB08-FA2C-4529-8340-3DA3C4BFADB0}" presName="tx1" presStyleLbl="revTx" presStyleIdx="1" presStyleCnt="5"/>
      <dgm:spPr/>
    </dgm:pt>
    <dgm:pt modelId="{EE5B03A3-C09B-4868-A80F-02E1A2087093}" type="pres">
      <dgm:prSet presAssocID="{B20CDB08-FA2C-4529-8340-3DA3C4BFADB0}" presName="vert1" presStyleCnt="0"/>
      <dgm:spPr/>
    </dgm:pt>
    <dgm:pt modelId="{24C807EA-87D2-44BE-9EDA-5908F8FD0A38}" type="pres">
      <dgm:prSet presAssocID="{29E97D1A-FC80-435E-B17C-F78D69A526ED}" presName="thickLine" presStyleLbl="alignNode1" presStyleIdx="2" presStyleCnt="5"/>
      <dgm:spPr/>
    </dgm:pt>
    <dgm:pt modelId="{B53B81F7-756C-48DE-A3DC-CA13E5904751}" type="pres">
      <dgm:prSet presAssocID="{29E97D1A-FC80-435E-B17C-F78D69A526ED}" presName="horz1" presStyleCnt="0"/>
      <dgm:spPr/>
    </dgm:pt>
    <dgm:pt modelId="{07E99306-1559-47DA-AF43-8517450FF251}" type="pres">
      <dgm:prSet presAssocID="{29E97D1A-FC80-435E-B17C-F78D69A526ED}" presName="tx1" presStyleLbl="revTx" presStyleIdx="2" presStyleCnt="5"/>
      <dgm:spPr/>
    </dgm:pt>
    <dgm:pt modelId="{A7B10E7B-8FB9-420E-A7C3-20DF21F6BCBE}" type="pres">
      <dgm:prSet presAssocID="{29E97D1A-FC80-435E-B17C-F78D69A526ED}" presName="vert1" presStyleCnt="0"/>
      <dgm:spPr/>
    </dgm:pt>
    <dgm:pt modelId="{93C34D4B-6DF4-440D-BACF-64BC9E6EDC9B}" type="pres">
      <dgm:prSet presAssocID="{D1B2545E-0267-420E-9AE7-505EA83A89D2}" presName="thickLine" presStyleLbl="alignNode1" presStyleIdx="3" presStyleCnt="5"/>
      <dgm:spPr/>
    </dgm:pt>
    <dgm:pt modelId="{6DA070F5-15B4-4628-B22E-6EE696B465FD}" type="pres">
      <dgm:prSet presAssocID="{D1B2545E-0267-420E-9AE7-505EA83A89D2}" presName="horz1" presStyleCnt="0"/>
      <dgm:spPr/>
    </dgm:pt>
    <dgm:pt modelId="{EBB0EE2F-C304-4323-9F91-56ED45B877CE}" type="pres">
      <dgm:prSet presAssocID="{D1B2545E-0267-420E-9AE7-505EA83A89D2}" presName="tx1" presStyleLbl="revTx" presStyleIdx="3" presStyleCnt="5"/>
      <dgm:spPr/>
    </dgm:pt>
    <dgm:pt modelId="{C4F99715-9EDD-4DDC-9400-118B625B7FC3}" type="pres">
      <dgm:prSet presAssocID="{D1B2545E-0267-420E-9AE7-505EA83A89D2}" presName="vert1" presStyleCnt="0"/>
      <dgm:spPr/>
    </dgm:pt>
    <dgm:pt modelId="{0C6325C5-C432-48A1-A72A-A0FAAC090177}" type="pres">
      <dgm:prSet presAssocID="{21ABE53D-4177-4A67-8069-8C93117C729B}" presName="thickLine" presStyleLbl="alignNode1" presStyleIdx="4" presStyleCnt="5"/>
      <dgm:spPr/>
    </dgm:pt>
    <dgm:pt modelId="{073B9042-9FA9-42A5-82E4-C59DA31D3681}" type="pres">
      <dgm:prSet presAssocID="{21ABE53D-4177-4A67-8069-8C93117C729B}" presName="horz1" presStyleCnt="0"/>
      <dgm:spPr/>
    </dgm:pt>
    <dgm:pt modelId="{AA9394BC-34B7-4783-B07D-3EA22DC013CB}" type="pres">
      <dgm:prSet presAssocID="{21ABE53D-4177-4A67-8069-8C93117C729B}" presName="tx1" presStyleLbl="revTx" presStyleIdx="4" presStyleCnt="5"/>
      <dgm:spPr/>
    </dgm:pt>
    <dgm:pt modelId="{364A6883-B3DB-426E-805F-E728F703A876}" type="pres">
      <dgm:prSet presAssocID="{21ABE53D-4177-4A67-8069-8C93117C729B}" presName="vert1" presStyleCnt="0"/>
      <dgm:spPr/>
    </dgm:pt>
  </dgm:ptLst>
  <dgm:cxnLst>
    <dgm:cxn modelId="{90B9C32A-273F-4DE5-8608-A6494AA229BD}" type="presOf" srcId="{8F92A0F3-E424-4CEF-AC9D-11C80698D7A4}" destId="{FB279249-7D61-4521-B302-EA70182F104C}" srcOrd="0" destOrd="0" presId="urn:microsoft.com/office/officeart/2008/layout/LinedList"/>
    <dgm:cxn modelId="{40DFBE3B-9C6B-4F09-AA04-59BB79767928}" type="presOf" srcId="{D1B2545E-0267-420E-9AE7-505EA83A89D2}" destId="{EBB0EE2F-C304-4323-9F91-56ED45B877CE}" srcOrd="0" destOrd="0" presId="urn:microsoft.com/office/officeart/2008/layout/LinedList"/>
    <dgm:cxn modelId="{D119F13F-E8BC-45B9-A897-C359C78A320B}" srcId="{8F92A0F3-E424-4CEF-AC9D-11C80698D7A4}" destId="{21ABE53D-4177-4A67-8069-8C93117C729B}" srcOrd="4" destOrd="0" parTransId="{A66E1803-73A7-4133-8983-20DDF827F8C3}" sibTransId="{818F08CC-FEA2-43DD-8C51-17B0B87A2133}"/>
    <dgm:cxn modelId="{F140D748-D326-44D6-9E1E-A3A5B7CCC3D9}" srcId="{8F92A0F3-E424-4CEF-AC9D-11C80698D7A4}" destId="{C40173DD-5546-4980-9EAC-9B9DCCF4D677}" srcOrd="0" destOrd="0" parTransId="{C505448F-EA07-497D-944D-1685A41E5A83}" sibTransId="{056163BA-BAE8-4A49-B343-5355364E2DE3}"/>
    <dgm:cxn modelId="{F334D292-6078-410E-8DA1-059A2D3E3153}" type="presOf" srcId="{29E97D1A-FC80-435E-B17C-F78D69A526ED}" destId="{07E99306-1559-47DA-AF43-8517450FF251}" srcOrd="0" destOrd="0" presId="urn:microsoft.com/office/officeart/2008/layout/LinedList"/>
    <dgm:cxn modelId="{406BB09C-AC41-4311-B751-DCBA8DE1082D}" srcId="{8F92A0F3-E424-4CEF-AC9D-11C80698D7A4}" destId="{29E97D1A-FC80-435E-B17C-F78D69A526ED}" srcOrd="2" destOrd="0" parTransId="{8203B399-4BB1-4011-8C74-DE4182F2B7F8}" sibTransId="{410CFA98-8DB7-4FDD-AE50-DC71AF78CD01}"/>
    <dgm:cxn modelId="{EF68C7B0-E4D2-4E6C-BB6D-6ACF2EA8F8E9}" type="presOf" srcId="{C40173DD-5546-4980-9EAC-9B9DCCF4D677}" destId="{8DC898AF-7CE7-4FA1-B531-38A1626D2418}" srcOrd="0" destOrd="0" presId="urn:microsoft.com/office/officeart/2008/layout/LinedList"/>
    <dgm:cxn modelId="{1E9659BA-3E97-44F0-B3E5-CB6FEDDB17E6}" srcId="{8F92A0F3-E424-4CEF-AC9D-11C80698D7A4}" destId="{B20CDB08-FA2C-4529-8340-3DA3C4BFADB0}" srcOrd="1" destOrd="0" parTransId="{28CE5394-FCA7-4D4B-899B-A4C21029DA85}" sibTransId="{F5515A42-E402-4899-8009-578BB1F152CB}"/>
    <dgm:cxn modelId="{171017D0-7BB2-4326-AB77-35003B1876DE}" srcId="{8F92A0F3-E424-4CEF-AC9D-11C80698D7A4}" destId="{D1B2545E-0267-420E-9AE7-505EA83A89D2}" srcOrd="3" destOrd="0" parTransId="{B766572B-61E8-4F68-A277-BBAFF094773D}" sibTransId="{06A589E3-79E1-40DE-BF03-46C9EA095F08}"/>
    <dgm:cxn modelId="{03940DEC-1DD1-456C-BA0E-4825A9B4C0E2}" type="presOf" srcId="{B20CDB08-FA2C-4529-8340-3DA3C4BFADB0}" destId="{FD7D83F3-200A-434F-AF54-050764798AEE}" srcOrd="0" destOrd="0" presId="urn:microsoft.com/office/officeart/2008/layout/LinedList"/>
    <dgm:cxn modelId="{568408F1-8577-4B8B-BEAA-0F10F11C0418}" type="presOf" srcId="{21ABE53D-4177-4A67-8069-8C93117C729B}" destId="{AA9394BC-34B7-4783-B07D-3EA22DC013CB}" srcOrd="0" destOrd="0" presId="urn:microsoft.com/office/officeart/2008/layout/LinedList"/>
    <dgm:cxn modelId="{57740DA3-96AC-48AE-A70C-65C058D19D3B}" type="presParOf" srcId="{FB279249-7D61-4521-B302-EA70182F104C}" destId="{0D84EC41-C514-4301-BD38-AFE8F7CF9E87}" srcOrd="0" destOrd="0" presId="urn:microsoft.com/office/officeart/2008/layout/LinedList"/>
    <dgm:cxn modelId="{87B680A5-9AC2-4163-A549-E22ED43E59D7}" type="presParOf" srcId="{FB279249-7D61-4521-B302-EA70182F104C}" destId="{1F1838E1-20E1-40F6-A2DB-C14D8994F695}" srcOrd="1" destOrd="0" presId="urn:microsoft.com/office/officeart/2008/layout/LinedList"/>
    <dgm:cxn modelId="{B0D785BF-84FF-435F-A26B-984CDBB6DB49}" type="presParOf" srcId="{1F1838E1-20E1-40F6-A2DB-C14D8994F695}" destId="{8DC898AF-7CE7-4FA1-B531-38A1626D2418}" srcOrd="0" destOrd="0" presId="urn:microsoft.com/office/officeart/2008/layout/LinedList"/>
    <dgm:cxn modelId="{8D45D6AB-7E75-4DDF-908B-F32BC805AB1B}" type="presParOf" srcId="{1F1838E1-20E1-40F6-A2DB-C14D8994F695}" destId="{743DA385-6419-4519-94D9-B75A72E473CE}" srcOrd="1" destOrd="0" presId="urn:microsoft.com/office/officeart/2008/layout/LinedList"/>
    <dgm:cxn modelId="{69BAE6AE-A620-4B50-B93E-6C319EF84DF0}" type="presParOf" srcId="{FB279249-7D61-4521-B302-EA70182F104C}" destId="{C46966CB-3643-422D-A958-80109358EA75}" srcOrd="2" destOrd="0" presId="urn:microsoft.com/office/officeart/2008/layout/LinedList"/>
    <dgm:cxn modelId="{10B1BD98-EF68-4D16-8B85-C407311E262A}" type="presParOf" srcId="{FB279249-7D61-4521-B302-EA70182F104C}" destId="{37CE1ADA-D506-4D54-9E93-0A96990F158D}" srcOrd="3" destOrd="0" presId="urn:microsoft.com/office/officeart/2008/layout/LinedList"/>
    <dgm:cxn modelId="{CC4F4C96-9D41-43F2-97DC-6AB389F733CC}" type="presParOf" srcId="{37CE1ADA-D506-4D54-9E93-0A96990F158D}" destId="{FD7D83F3-200A-434F-AF54-050764798AEE}" srcOrd="0" destOrd="0" presId="urn:microsoft.com/office/officeart/2008/layout/LinedList"/>
    <dgm:cxn modelId="{87ED6D18-FCA5-4089-B7E1-9806D2571921}" type="presParOf" srcId="{37CE1ADA-D506-4D54-9E93-0A96990F158D}" destId="{EE5B03A3-C09B-4868-A80F-02E1A2087093}" srcOrd="1" destOrd="0" presId="urn:microsoft.com/office/officeart/2008/layout/LinedList"/>
    <dgm:cxn modelId="{90641644-0BBB-418E-A66B-8C4B9CEEB4CB}" type="presParOf" srcId="{FB279249-7D61-4521-B302-EA70182F104C}" destId="{24C807EA-87D2-44BE-9EDA-5908F8FD0A38}" srcOrd="4" destOrd="0" presId="urn:microsoft.com/office/officeart/2008/layout/LinedList"/>
    <dgm:cxn modelId="{59B7AC05-75B5-484D-8A23-CFA0E661F196}" type="presParOf" srcId="{FB279249-7D61-4521-B302-EA70182F104C}" destId="{B53B81F7-756C-48DE-A3DC-CA13E5904751}" srcOrd="5" destOrd="0" presId="urn:microsoft.com/office/officeart/2008/layout/LinedList"/>
    <dgm:cxn modelId="{9B0CD30F-083F-4772-87E3-5E213A4A0956}" type="presParOf" srcId="{B53B81F7-756C-48DE-A3DC-CA13E5904751}" destId="{07E99306-1559-47DA-AF43-8517450FF251}" srcOrd="0" destOrd="0" presId="urn:microsoft.com/office/officeart/2008/layout/LinedList"/>
    <dgm:cxn modelId="{1E7D3173-FBA3-4723-8E05-24D5526C7B90}" type="presParOf" srcId="{B53B81F7-756C-48DE-A3DC-CA13E5904751}" destId="{A7B10E7B-8FB9-420E-A7C3-20DF21F6BCBE}" srcOrd="1" destOrd="0" presId="urn:microsoft.com/office/officeart/2008/layout/LinedList"/>
    <dgm:cxn modelId="{60264134-61C2-4D23-A464-883E82E6006C}" type="presParOf" srcId="{FB279249-7D61-4521-B302-EA70182F104C}" destId="{93C34D4B-6DF4-440D-BACF-64BC9E6EDC9B}" srcOrd="6" destOrd="0" presId="urn:microsoft.com/office/officeart/2008/layout/LinedList"/>
    <dgm:cxn modelId="{413C08AB-E6BC-4FD2-BA31-E6DEEECB481E}" type="presParOf" srcId="{FB279249-7D61-4521-B302-EA70182F104C}" destId="{6DA070F5-15B4-4628-B22E-6EE696B465FD}" srcOrd="7" destOrd="0" presId="urn:microsoft.com/office/officeart/2008/layout/LinedList"/>
    <dgm:cxn modelId="{B3BD3D25-3EA5-4B03-B56E-1DFDAEC24E1B}" type="presParOf" srcId="{6DA070F5-15B4-4628-B22E-6EE696B465FD}" destId="{EBB0EE2F-C304-4323-9F91-56ED45B877CE}" srcOrd="0" destOrd="0" presId="urn:microsoft.com/office/officeart/2008/layout/LinedList"/>
    <dgm:cxn modelId="{F71534DA-B064-4B22-ADB2-475D5544625C}" type="presParOf" srcId="{6DA070F5-15B4-4628-B22E-6EE696B465FD}" destId="{C4F99715-9EDD-4DDC-9400-118B625B7FC3}" srcOrd="1" destOrd="0" presId="urn:microsoft.com/office/officeart/2008/layout/LinedList"/>
    <dgm:cxn modelId="{C9734934-9549-47FE-8A53-457D6CA5F27F}" type="presParOf" srcId="{FB279249-7D61-4521-B302-EA70182F104C}" destId="{0C6325C5-C432-48A1-A72A-A0FAAC090177}" srcOrd="8" destOrd="0" presId="urn:microsoft.com/office/officeart/2008/layout/LinedList"/>
    <dgm:cxn modelId="{1AB2D9F2-8351-4C44-B123-96BC79F9006B}" type="presParOf" srcId="{FB279249-7D61-4521-B302-EA70182F104C}" destId="{073B9042-9FA9-42A5-82E4-C59DA31D3681}" srcOrd="9" destOrd="0" presId="urn:microsoft.com/office/officeart/2008/layout/LinedList"/>
    <dgm:cxn modelId="{A8F7B496-CC38-4476-A628-39797BD3E09B}" type="presParOf" srcId="{073B9042-9FA9-42A5-82E4-C59DA31D3681}" destId="{AA9394BC-34B7-4783-B07D-3EA22DC013CB}" srcOrd="0" destOrd="0" presId="urn:microsoft.com/office/officeart/2008/layout/LinedList"/>
    <dgm:cxn modelId="{2B7D7AFA-53CF-476D-938E-112C5C064F9B}" type="presParOf" srcId="{073B9042-9FA9-42A5-82E4-C59DA31D3681}" destId="{364A6883-B3DB-426E-805F-E728F703A876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17E2A6E-5979-421E-BAB3-98BE2CCE4FC3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E4B4BE9-EE31-4BAB-A582-9322531FD813}">
      <dgm:prSet/>
      <dgm:spPr/>
      <dgm:t>
        <a:bodyPr/>
        <a:lstStyle/>
        <a:p>
          <a:r>
            <a:rPr lang="en-US"/>
            <a:t>Ingestion → Storage → Transformation → Serving</a:t>
          </a:r>
        </a:p>
      </dgm:t>
    </dgm:pt>
    <dgm:pt modelId="{B5D1FBA5-9685-4680-B47C-0BF32297D85E}" type="parTrans" cxnId="{BDE150A9-8966-468C-9A0A-96D90C2C533D}">
      <dgm:prSet/>
      <dgm:spPr/>
      <dgm:t>
        <a:bodyPr/>
        <a:lstStyle/>
        <a:p>
          <a:endParaRPr lang="en-US"/>
        </a:p>
      </dgm:t>
    </dgm:pt>
    <dgm:pt modelId="{9EAE2E29-AD34-49B6-9D5B-90578D824167}" type="sibTrans" cxnId="{BDE150A9-8966-468C-9A0A-96D90C2C533D}">
      <dgm:prSet/>
      <dgm:spPr/>
      <dgm:t>
        <a:bodyPr/>
        <a:lstStyle/>
        <a:p>
          <a:endParaRPr lang="en-US"/>
        </a:p>
      </dgm:t>
    </dgm:pt>
    <dgm:pt modelId="{E3A0B6C0-4464-4511-8254-AB9555BA2636}">
      <dgm:prSet/>
      <dgm:spPr/>
      <dgm:t>
        <a:bodyPr/>
        <a:lstStyle/>
        <a:p>
          <a:r>
            <a:rPr lang="en-US"/>
            <a:t>This is the backbone of data engineering</a:t>
          </a:r>
        </a:p>
      </dgm:t>
    </dgm:pt>
    <dgm:pt modelId="{90C643C0-9862-4E86-A2E0-91E80FB5DE00}" type="parTrans" cxnId="{1A3C9849-8172-486D-B13B-61EAE41846F5}">
      <dgm:prSet/>
      <dgm:spPr/>
      <dgm:t>
        <a:bodyPr/>
        <a:lstStyle/>
        <a:p>
          <a:endParaRPr lang="en-US"/>
        </a:p>
      </dgm:t>
    </dgm:pt>
    <dgm:pt modelId="{87D7ADEE-07F6-486A-8853-DB9EED1A6664}" type="sibTrans" cxnId="{1A3C9849-8172-486D-B13B-61EAE41846F5}">
      <dgm:prSet/>
      <dgm:spPr/>
      <dgm:t>
        <a:bodyPr/>
        <a:lstStyle/>
        <a:p>
          <a:endParaRPr lang="en-US"/>
        </a:p>
      </dgm:t>
    </dgm:pt>
    <dgm:pt modelId="{01EA4045-8D3D-4B89-A172-FDE4251F9DEA}">
      <dgm:prSet/>
      <dgm:spPr/>
      <dgm:t>
        <a:bodyPr/>
        <a:lstStyle/>
        <a:p>
          <a:r>
            <a:rPr lang="en-US"/>
            <a:t>Every organization follows this flow in some form</a:t>
          </a:r>
        </a:p>
      </dgm:t>
    </dgm:pt>
    <dgm:pt modelId="{FCD9C7DB-8C13-451A-A2FB-5BDE76A2A058}" type="parTrans" cxnId="{63D49DCA-AD33-4B71-869D-C6902B6F3006}">
      <dgm:prSet/>
      <dgm:spPr/>
      <dgm:t>
        <a:bodyPr/>
        <a:lstStyle/>
        <a:p>
          <a:endParaRPr lang="en-US"/>
        </a:p>
      </dgm:t>
    </dgm:pt>
    <dgm:pt modelId="{F1FC3B25-9EE5-4032-8DD2-A455928B70C2}" type="sibTrans" cxnId="{63D49DCA-AD33-4B71-869D-C6902B6F3006}">
      <dgm:prSet/>
      <dgm:spPr/>
      <dgm:t>
        <a:bodyPr/>
        <a:lstStyle/>
        <a:p>
          <a:endParaRPr lang="en-US"/>
        </a:p>
      </dgm:t>
    </dgm:pt>
    <dgm:pt modelId="{63DCB4CE-0F42-4CB2-8267-EA2706BA19C4}">
      <dgm:prSet/>
      <dgm:spPr/>
      <dgm:t>
        <a:bodyPr/>
        <a:lstStyle/>
        <a:p>
          <a:r>
            <a:rPr lang="en-US"/>
            <a:t>Without this flow, reporting becomes unreliable</a:t>
          </a:r>
        </a:p>
      </dgm:t>
    </dgm:pt>
    <dgm:pt modelId="{66D17A47-D521-4888-9C29-6640EAF57BD8}" type="parTrans" cxnId="{42A84756-DF62-42E9-9DA2-54D4FBF071BA}">
      <dgm:prSet/>
      <dgm:spPr/>
      <dgm:t>
        <a:bodyPr/>
        <a:lstStyle/>
        <a:p>
          <a:endParaRPr lang="en-US"/>
        </a:p>
      </dgm:t>
    </dgm:pt>
    <dgm:pt modelId="{29C22F06-5189-45BD-9549-D75F91E054C8}" type="sibTrans" cxnId="{42A84756-DF62-42E9-9DA2-54D4FBF071BA}">
      <dgm:prSet/>
      <dgm:spPr/>
      <dgm:t>
        <a:bodyPr/>
        <a:lstStyle/>
        <a:p>
          <a:endParaRPr lang="en-US"/>
        </a:p>
      </dgm:t>
    </dgm:pt>
    <dgm:pt modelId="{47BA46FC-F056-4198-AA01-B9F89868CACB}" type="pres">
      <dgm:prSet presAssocID="{317E2A6E-5979-421E-BAB3-98BE2CCE4FC3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BD144CC3-DD7C-4BCE-80F7-537DBE6FE84A}" type="pres">
      <dgm:prSet presAssocID="{3E4B4BE9-EE31-4BAB-A582-9322531FD813}" presName="hierRoot1" presStyleCnt="0"/>
      <dgm:spPr/>
    </dgm:pt>
    <dgm:pt modelId="{7E8A6125-9392-4EE1-823F-BCF8589A3BCF}" type="pres">
      <dgm:prSet presAssocID="{3E4B4BE9-EE31-4BAB-A582-9322531FD813}" presName="composite" presStyleCnt="0"/>
      <dgm:spPr/>
    </dgm:pt>
    <dgm:pt modelId="{385FC26D-9887-4059-8ACA-174558D8E5D9}" type="pres">
      <dgm:prSet presAssocID="{3E4B4BE9-EE31-4BAB-A582-9322531FD813}" presName="background" presStyleLbl="node0" presStyleIdx="0" presStyleCnt="4"/>
      <dgm:spPr/>
    </dgm:pt>
    <dgm:pt modelId="{244EEFF1-24DC-4C44-9C71-6DFBCA9EF76C}" type="pres">
      <dgm:prSet presAssocID="{3E4B4BE9-EE31-4BAB-A582-9322531FD813}" presName="text" presStyleLbl="fgAcc0" presStyleIdx="0" presStyleCnt="4">
        <dgm:presLayoutVars>
          <dgm:chPref val="3"/>
        </dgm:presLayoutVars>
      </dgm:prSet>
      <dgm:spPr/>
    </dgm:pt>
    <dgm:pt modelId="{95F3C52C-0985-49FF-91DB-2453778FAC79}" type="pres">
      <dgm:prSet presAssocID="{3E4B4BE9-EE31-4BAB-A582-9322531FD813}" presName="hierChild2" presStyleCnt="0"/>
      <dgm:spPr/>
    </dgm:pt>
    <dgm:pt modelId="{96BA7B32-80FD-44CE-BBE9-CF529E113A3A}" type="pres">
      <dgm:prSet presAssocID="{E3A0B6C0-4464-4511-8254-AB9555BA2636}" presName="hierRoot1" presStyleCnt="0"/>
      <dgm:spPr/>
    </dgm:pt>
    <dgm:pt modelId="{CACC3BBC-D0E8-4B95-8A59-8EC063433C5C}" type="pres">
      <dgm:prSet presAssocID="{E3A0B6C0-4464-4511-8254-AB9555BA2636}" presName="composite" presStyleCnt="0"/>
      <dgm:spPr/>
    </dgm:pt>
    <dgm:pt modelId="{5C6A17FB-B4DE-49E5-AF44-99FA98547B90}" type="pres">
      <dgm:prSet presAssocID="{E3A0B6C0-4464-4511-8254-AB9555BA2636}" presName="background" presStyleLbl="node0" presStyleIdx="1" presStyleCnt="4"/>
      <dgm:spPr/>
    </dgm:pt>
    <dgm:pt modelId="{A698C96A-6B2A-43A7-9A9D-E6F26EBB564C}" type="pres">
      <dgm:prSet presAssocID="{E3A0B6C0-4464-4511-8254-AB9555BA2636}" presName="text" presStyleLbl="fgAcc0" presStyleIdx="1" presStyleCnt="4">
        <dgm:presLayoutVars>
          <dgm:chPref val="3"/>
        </dgm:presLayoutVars>
      </dgm:prSet>
      <dgm:spPr/>
    </dgm:pt>
    <dgm:pt modelId="{BCE41ECE-5D1F-4D0A-A989-85EAE6E3B395}" type="pres">
      <dgm:prSet presAssocID="{E3A0B6C0-4464-4511-8254-AB9555BA2636}" presName="hierChild2" presStyleCnt="0"/>
      <dgm:spPr/>
    </dgm:pt>
    <dgm:pt modelId="{F1D721AE-EBBF-4D5A-B4F9-F2E67A3FE7A9}" type="pres">
      <dgm:prSet presAssocID="{01EA4045-8D3D-4B89-A172-FDE4251F9DEA}" presName="hierRoot1" presStyleCnt="0"/>
      <dgm:spPr/>
    </dgm:pt>
    <dgm:pt modelId="{E0AC0CE9-D895-4BE0-8535-476245675D46}" type="pres">
      <dgm:prSet presAssocID="{01EA4045-8D3D-4B89-A172-FDE4251F9DEA}" presName="composite" presStyleCnt="0"/>
      <dgm:spPr/>
    </dgm:pt>
    <dgm:pt modelId="{C146538C-8B9A-4A13-94D9-AEB7AD6DB359}" type="pres">
      <dgm:prSet presAssocID="{01EA4045-8D3D-4B89-A172-FDE4251F9DEA}" presName="background" presStyleLbl="node0" presStyleIdx="2" presStyleCnt="4"/>
      <dgm:spPr/>
    </dgm:pt>
    <dgm:pt modelId="{DB418D4D-8A4C-4853-8438-5E5B8D07B9AD}" type="pres">
      <dgm:prSet presAssocID="{01EA4045-8D3D-4B89-A172-FDE4251F9DEA}" presName="text" presStyleLbl="fgAcc0" presStyleIdx="2" presStyleCnt="4">
        <dgm:presLayoutVars>
          <dgm:chPref val="3"/>
        </dgm:presLayoutVars>
      </dgm:prSet>
      <dgm:spPr/>
    </dgm:pt>
    <dgm:pt modelId="{A4885D94-5423-4189-B90F-CDBDB4CE0435}" type="pres">
      <dgm:prSet presAssocID="{01EA4045-8D3D-4B89-A172-FDE4251F9DEA}" presName="hierChild2" presStyleCnt="0"/>
      <dgm:spPr/>
    </dgm:pt>
    <dgm:pt modelId="{8E8750C6-5576-4A4E-A3D5-8B354900923C}" type="pres">
      <dgm:prSet presAssocID="{63DCB4CE-0F42-4CB2-8267-EA2706BA19C4}" presName="hierRoot1" presStyleCnt="0"/>
      <dgm:spPr/>
    </dgm:pt>
    <dgm:pt modelId="{115FA3A0-9346-4476-95AC-74CE1D7969FF}" type="pres">
      <dgm:prSet presAssocID="{63DCB4CE-0F42-4CB2-8267-EA2706BA19C4}" presName="composite" presStyleCnt="0"/>
      <dgm:spPr/>
    </dgm:pt>
    <dgm:pt modelId="{4944C013-038F-4F02-9CCF-DF71FD71917C}" type="pres">
      <dgm:prSet presAssocID="{63DCB4CE-0F42-4CB2-8267-EA2706BA19C4}" presName="background" presStyleLbl="node0" presStyleIdx="3" presStyleCnt="4"/>
      <dgm:spPr/>
    </dgm:pt>
    <dgm:pt modelId="{42E1BDAB-B18E-42C1-9E60-3B5575C1C930}" type="pres">
      <dgm:prSet presAssocID="{63DCB4CE-0F42-4CB2-8267-EA2706BA19C4}" presName="text" presStyleLbl="fgAcc0" presStyleIdx="3" presStyleCnt="4">
        <dgm:presLayoutVars>
          <dgm:chPref val="3"/>
        </dgm:presLayoutVars>
      </dgm:prSet>
      <dgm:spPr/>
    </dgm:pt>
    <dgm:pt modelId="{4DDF321A-49A3-491A-8B1F-46F8AFD99836}" type="pres">
      <dgm:prSet presAssocID="{63DCB4CE-0F42-4CB2-8267-EA2706BA19C4}" presName="hierChild2" presStyleCnt="0"/>
      <dgm:spPr/>
    </dgm:pt>
  </dgm:ptLst>
  <dgm:cxnLst>
    <dgm:cxn modelId="{58050E1F-DF8D-4A5A-9EAF-E89049E0C6D1}" type="presOf" srcId="{3E4B4BE9-EE31-4BAB-A582-9322531FD813}" destId="{244EEFF1-24DC-4C44-9C71-6DFBCA9EF76C}" srcOrd="0" destOrd="0" presId="urn:microsoft.com/office/officeart/2005/8/layout/hierarchy1"/>
    <dgm:cxn modelId="{1A3C9849-8172-486D-B13B-61EAE41846F5}" srcId="{317E2A6E-5979-421E-BAB3-98BE2CCE4FC3}" destId="{E3A0B6C0-4464-4511-8254-AB9555BA2636}" srcOrd="1" destOrd="0" parTransId="{90C643C0-9862-4E86-A2E0-91E80FB5DE00}" sibTransId="{87D7ADEE-07F6-486A-8853-DB9EED1A6664}"/>
    <dgm:cxn modelId="{31D92975-8DE1-43F2-9291-BE604D1CA34C}" type="presOf" srcId="{63DCB4CE-0F42-4CB2-8267-EA2706BA19C4}" destId="{42E1BDAB-B18E-42C1-9E60-3B5575C1C930}" srcOrd="0" destOrd="0" presId="urn:microsoft.com/office/officeart/2005/8/layout/hierarchy1"/>
    <dgm:cxn modelId="{42A84756-DF62-42E9-9DA2-54D4FBF071BA}" srcId="{317E2A6E-5979-421E-BAB3-98BE2CCE4FC3}" destId="{63DCB4CE-0F42-4CB2-8267-EA2706BA19C4}" srcOrd="3" destOrd="0" parTransId="{66D17A47-D521-4888-9C29-6640EAF57BD8}" sibTransId="{29C22F06-5189-45BD-9549-D75F91E054C8}"/>
    <dgm:cxn modelId="{BDE150A9-8966-468C-9A0A-96D90C2C533D}" srcId="{317E2A6E-5979-421E-BAB3-98BE2CCE4FC3}" destId="{3E4B4BE9-EE31-4BAB-A582-9322531FD813}" srcOrd="0" destOrd="0" parTransId="{B5D1FBA5-9685-4680-B47C-0BF32297D85E}" sibTransId="{9EAE2E29-AD34-49B6-9D5B-90578D824167}"/>
    <dgm:cxn modelId="{FE209DB6-537C-4DCC-BE8D-5561A45BA38F}" type="presOf" srcId="{317E2A6E-5979-421E-BAB3-98BE2CCE4FC3}" destId="{47BA46FC-F056-4198-AA01-B9F89868CACB}" srcOrd="0" destOrd="0" presId="urn:microsoft.com/office/officeart/2005/8/layout/hierarchy1"/>
    <dgm:cxn modelId="{8075B8C2-34EE-4012-A7D5-6438164FC5B6}" type="presOf" srcId="{E3A0B6C0-4464-4511-8254-AB9555BA2636}" destId="{A698C96A-6B2A-43A7-9A9D-E6F26EBB564C}" srcOrd="0" destOrd="0" presId="urn:microsoft.com/office/officeart/2005/8/layout/hierarchy1"/>
    <dgm:cxn modelId="{80544BC6-2EBA-470C-9213-D6411A66448F}" type="presOf" srcId="{01EA4045-8D3D-4B89-A172-FDE4251F9DEA}" destId="{DB418D4D-8A4C-4853-8438-5E5B8D07B9AD}" srcOrd="0" destOrd="0" presId="urn:microsoft.com/office/officeart/2005/8/layout/hierarchy1"/>
    <dgm:cxn modelId="{63D49DCA-AD33-4B71-869D-C6902B6F3006}" srcId="{317E2A6E-5979-421E-BAB3-98BE2CCE4FC3}" destId="{01EA4045-8D3D-4B89-A172-FDE4251F9DEA}" srcOrd="2" destOrd="0" parTransId="{FCD9C7DB-8C13-451A-A2FB-5BDE76A2A058}" sibTransId="{F1FC3B25-9EE5-4032-8DD2-A455928B70C2}"/>
    <dgm:cxn modelId="{87D2BB71-0189-4BA5-B772-3A5671D5A3F4}" type="presParOf" srcId="{47BA46FC-F056-4198-AA01-B9F89868CACB}" destId="{BD144CC3-DD7C-4BCE-80F7-537DBE6FE84A}" srcOrd="0" destOrd="0" presId="urn:microsoft.com/office/officeart/2005/8/layout/hierarchy1"/>
    <dgm:cxn modelId="{6D496A50-0ADE-40DD-9746-63C0E523CB74}" type="presParOf" srcId="{BD144CC3-DD7C-4BCE-80F7-537DBE6FE84A}" destId="{7E8A6125-9392-4EE1-823F-BCF8589A3BCF}" srcOrd="0" destOrd="0" presId="urn:microsoft.com/office/officeart/2005/8/layout/hierarchy1"/>
    <dgm:cxn modelId="{086C4798-7E99-4C85-BF6E-2263650EEC98}" type="presParOf" srcId="{7E8A6125-9392-4EE1-823F-BCF8589A3BCF}" destId="{385FC26D-9887-4059-8ACA-174558D8E5D9}" srcOrd="0" destOrd="0" presId="urn:microsoft.com/office/officeart/2005/8/layout/hierarchy1"/>
    <dgm:cxn modelId="{395DF764-9D81-47CE-9EB4-99EF1E7CC74D}" type="presParOf" srcId="{7E8A6125-9392-4EE1-823F-BCF8589A3BCF}" destId="{244EEFF1-24DC-4C44-9C71-6DFBCA9EF76C}" srcOrd="1" destOrd="0" presId="urn:microsoft.com/office/officeart/2005/8/layout/hierarchy1"/>
    <dgm:cxn modelId="{CDB11FA8-855D-48F6-9A04-CA892906D518}" type="presParOf" srcId="{BD144CC3-DD7C-4BCE-80F7-537DBE6FE84A}" destId="{95F3C52C-0985-49FF-91DB-2453778FAC79}" srcOrd="1" destOrd="0" presId="urn:microsoft.com/office/officeart/2005/8/layout/hierarchy1"/>
    <dgm:cxn modelId="{823C2794-CF7C-403D-A045-3BFBF102C870}" type="presParOf" srcId="{47BA46FC-F056-4198-AA01-B9F89868CACB}" destId="{96BA7B32-80FD-44CE-BBE9-CF529E113A3A}" srcOrd="1" destOrd="0" presId="urn:microsoft.com/office/officeart/2005/8/layout/hierarchy1"/>
    <dgm:cxn modelId="{3BD03086-7B40-4032-B073-D03117B70CC6}" type="presParOf" srcId="{96BA7B32-80FD-44CE-BBE9-CF529E113A3A}" destId="{CACC3BBC-D0E8-4B95-8A59-8EC063433C5C}" srcOrd="0" destOrd="0" presId="urn:microsoft.com/office/officeart/2005/8/layout/hierarchy1"/>
    <dgm:cxn modelId="{207272ED-4828-41A4-89C5-79D85328DC18}" type="presParOf" srcId="{CACC3BBC-D0E8-4B95-8A59-8EC063433C5C}" destId="{5C6A17FB-B4DE-49E5-AF44-99FA98547B90}" srcOrd="0" destOrd="0" presId="urn:microsoft.com/office/officeart/2005/8/layout/hierarchy1"/>
    <dgm:cxn modelId="{247EBF8F-84E0-47A5-9C98-7FC44196FA49}" type="presParOf" srcId="{CACC3BBC-D0E8-4B95-8A59-8EC063433C5C}" destId="{A698C96A-6B2A-43A7-9A9D-E6F26EBB564C}" srcOrd="1" destOrd="0" presId="urn:microsoft.com/office/officeart/2005/8/layout/hierarchy1"/>
    <dgm:cxn modelId="{3D13AD63-E49C-4104-B800-2E9D65896671}" type="presParOf" srcId="{96BA7B32-80FD-44CE-BBE9-CF529E113A3A}" destId="{BCE41ECE-5D1F-4D0A-A989-85EAE6E3B395}" srcOrd="1" destOrd="0" presId="urn:microsoft.com/office/officeart/2005/8/layout/hierarchy1"/>
    <dgm:cxn modelId="{5A3D054F-B502-4524-A29B-3700C34F5B20}" type="presParOf" srcId="{47BA46FC-F056-4198-AA01-B9F89868CACB}" destId="{F1D721AE-EBBF-4D5A-B4F9-F2E67A3FE7A9}" srcOrd="2" destOrd="0" presId="urn:microsoft.com/office/officeart/2005/8/layout/hierarchy1"/>
    <dgm:cxn modelId="{9A0CA27A-E7FA-4FA7-9B85-3D8BCCF904A4}" type="presParOf" srcId="{F1D721AE-EBBF-4D5A-B4F9-F2E67A3FE7A9}" destId="{E0AC0CE9-D895-4BE0-8535-476245675D46}" srcOrd="0" destOrd="0" presId="urn:microsoft.com/office/officeart/2005/8/layout/hierarchy1"/>
    <dgm:cxn modelId="{C73DF4E0-85F8-4CF8-B76F-546B4B179DB2}" type="presParOf" srcId="{E0AC0CE9-D895-4BE0-8535-476245675D46}" destId="{C146538C-8B9A-4A13-94D9-AEB7AD6DB359}" srcOrd="0" destOrd="0" presId="urn:microsoft.com/office/officeart/2005/8/layout/hierarchy1"/>
    <dgm:cxn modelId="{33B781A6-0981-4C63-88D8-3EDE30CD1BBE}" type="presParOf" srcId="{E0AC0CE9-D895-4BE0-8535-476245675D46}" destId="{DB418D4D-8A4C-4853-8438-5E5B8D07B9AD}" srcOrd="1" destOrd="0" presId="urn:microsoft.com/office/officeart/2005/8/layout/hierarchy1"/>
    <dgm:cxn modelId="{D93E7FE2-CE9D-4ECD-9D89-8F270E766A68}" type="presParOf" srcId="{F1D721AE-EBBF-4D5A-B4F9-F2E67A3FE7A9}" destId="{A4885D94-5423-4189-B90F-CDBDB4CE0435}" srcOrd="1" destOrd="0" presId="urn:microsoft.com/office/officeart/2005/8/layout/hierarchy1"/>
    <dgm:cxn modelId="{25BCF9DE-3C32-4FD4-B76D-2D2D6BCA8F87}" type="presParOf" srcId="{47BA46FC-F056-4198-AA01-B9F89868CACB}" destId="{8E8750C6-5576-4A4E-A3D5-8B354900923C}" srcOrd="3" destOrd="0" presId="urn:microsoft.com/office/officeart/2005/8/layout/hierarchy1"/>
    <dgm:cxn modelId="{60BC8805-3793-4876-9622-AC34B582E9A3}" type="presParOf" srcId="{8E8750C6-5576-4A4E-A3D5-8B354900923C}" destId="{115FA3A0-9346-4476-95AC-74CE1D7969FF}" srcOrd="0" destOrd="0" presId="urn:microsoft.com/office/officeart/2005/8/layout/hierarchy1"/>
    <dgm:cxn modelId="{17D81602-3EFA-46B7-957D-FAEF046C6344}" type="presParOf" srcId="{115FA3A0-9346-4476-95AC-74CE1D7969FF}" destId="{4944C013-038F-4F02-9CCF-DF71FD71917C}" srcOrd="0" destOrd="0" presId="urn:microsoft.com/office/officeart/2005/8/layout/hierarchy1"/>
    <dgm:cxn modelId="{703A5D4B-BE33-4EAB-AE85-ADCFB172151F}" type="presParOf" srcId="{115FA3A0-9346-4476-95AC-74CE1D7969FF}" destId="{42E1BDAB-B18E-42C1-9E60-3B5575C1C930}" srcOrd="1" destOrd="0" presId="urn:microsoft.com/office/officeart/2005/8/layout/hierarchy1"/>
    <dgm:cxn modelId="{C3C3641A-F5E8-446F-882D-BD4D6349B486}" type="presParOf" srcId="{8E8750C6-5576-4A4E-A3D5-8B354900923C}" destId="{4DDF321A-49A3-491A-8B1F-46F8AFD99836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4C57488-3236-4477-A489-C53637AEFA5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613F793-5F9A-4FEE-8415-401C5831C1EE}">
      <dgm:prSet/>
      <dgm:spPr/>
      <dgm:t>
        <a:bodyPr/>
        <a:lstStyle/>
        <a:p>
          <a:r>
            <a:rPr lang="en-US"/>
            <a:t>Product Teams → focus on user events and application behavior</a:t>
          </a:r>
        </a:p>
      </dgm:t>
    </dgm:pt>
    <dgm:pt modelId="{85791450-DB21-46F2-9035-B523BDDC065A}" type="parTrans" cxnId="{E1BD801A-B92C-473B-A603-904BD3C5BD92}">
      <dgm:prSet/>
      <dgm:spPr/>
      <dgm:t>
        <a:bodyPr/>
        <a:lstStyle/>
        <a:p>
          <a:endParaRPr lang="en-US"/>
        </a:p>
      </dgm:t>
    </dgm:pt>
    <dgm:pt modelId="{CED45887-9190-4DFE-A645-28E3DC07DF1F}" type="sibTrans" cxnId="{E1BD801A-B92C-473B-A603-904BD3C5BD92}">
      <dgm:prSet/>
      <dgm:spPr/>
      <dgm:t>
        <a:bodyPr/>
        <a:lstStyle/>
        <a:p>
          <a:endParaRPr lang="en-US"/>
        </a:p>
      </dgm:t>
    </dgm:pt>
    <dgm:pt modelId="{B4919E4E-A2F2-49D0-823B-0E5A6A4CC8E7}">
      <dgm:prSet/>
      <dgm:spPr/>
      <dgm:t>
        <a:bodyPr/>
        <a:lstStyle/>
        <a:p>
          <a:r>
            <a:rPr lang="en-US"/>
            <a:t>Analytics Teams → focus on reporting and business insights</a:t>
          </a:r>
        </a:p>
      </dgm:t>
    </dgm:pt>
    <dgm:pt modelId="{CAC811BE-1865-44DE-9CC3-F5CEE2CD2D5E}" type="parTrans" cxnId="{349BC3DA-31AB-4B55-808C-53B498861DF2}">
      <dgm:prSet/>
      <dgm:spPr/>
      <dgm:t>
        <a:bodyPr/>
        <a:lstStyle/>
        <a:p>
          <a:endParaRPr lang="en-US"/>
        </a:p>
      </dgm:t>
    </dgm:pt>
    <dgm:pt modelId="{B5A07846-A733-4F1B-A233-2088CA683D4B}" type="sibTrans" cxnId="{349BC3DA-31AB-4B55-808C-53B498861DF2}">
      <dgm:prSet/>
      <dgm:spPr/>
      <dgm:t>
        <a:bodyPr/>
        <a:lstStyle/>
        <a:p>
          <a:endParaRPr lang="en-US"/>
        </a:p>
      </dgm:t>
    </dgm:pt>
    <dgm:pt modelId="{20EE3C57-7399-4955-B76A-D00DF9D95B3A}">
      <dgm:prSet/>
      <dgm:spPr/>
      <dgm:t>
        <a:bodyPr/>
        <a:lstStyle/>
        <a:p>
          <a:r>
            <a:rPr lang="en-US"/>
            <a:t>Same engineering principles, different business goals</a:t>
          </a:r>
        </a:p>
      </dgm:t>
    </dgm:pt>
    <dgm:pt modelId="{7A2CFD3C-C26A-49BF-810E-3A2E2CBA0159}" type="parTrans" cxnId="{F1239760-FB00-4B39-B882-78B91931AAEF}">
      <dgm:prSet/>
      <dgm:spPr/>
      <dgm:t>
        <a:bodyPr/>
        <a:lstStyle/>
        <a:p>
          <a:endParaRPr lang="en-US"/>
        </a:p>
      </dgm:t>
    </dgm:pt>
    <dgm:pt modelId="{CD51DEB6-1A58-4A1E-BE8A-76A55DA3CA99}" type="sibTrans" cxnId="{F1239760-FB00-4B39-B882-78B91931AAEF}">
      <dgm:prSet/>
      <dgm:spPr/>
      <dgm:t>
        <a:bodyPr/>
        <a:lstStyle/>
        <a:p>
          <a:endParaRPr lang="en-US"/>
        </a:p>
      </dgm:t>
    </dgm:pt>
    <dgm:pt modelId="{1912B9AC-25A5-44A0-A539-D0A05DC0AEA0}">
      <dgm:prSet/>
      <dgm:spPr/>
      <dgm:t>
        <a:bodyPr/>
        <a:lstStyle/>
        <a:p>
          <a:r>
            <a:rPr lang="en-US"/>
            <a:t>Example: App clicks vs Monthly Revenue dashboards</a:t>
          </a:r>
        </a:p>
      </dgm:t>
    </dgm:pt>
    <dgm:pt modelId="{AC195EF4-B8A7-4157-BA7B-7E234D32C93D}" type="parTrans" cxnId="{62EB8315-23FC-46DD-8F3B-D29CCD2AD41D}">
      <dgm:prSet/>
      <dgm:spPr/>
      <dgm:t>
        <a:bodyPr/>
        <a:lstStyle/>
        <a:p>
          <a:endParaRPr lang="en-US"/>
        </a:p>
      </dgm:t>
    </dgm:pt>
    <dgm:pt modelId="{CE270167-0C95-4D8D-98DF-E51BC4945220}" type="sibTrans" cxnId="{62EB8315-23FC-46DD-8F3B-D29CCD2AD41D}">
      <dgm:prSet/>
      <dgm:spPr/>
      <dgm:t>
        <a:bodyPr/>
        <a:lstStyle/>
        <a:p>
          <a:endParaRPr lang="en-US"/>
        </a:p>
      </dgm:t>
    </dgm:pt>
    <dgm:pt modelId="{4027BCEA-232D-490E-AE98-75FD24AF5E50}" type="pres">
      <dgm:prSet presAssocID="{A4C57488-3236-4477-A489-C53637AEFA50}" presName="linear" presStyleCnt="0">
        <dgm:presLayoutVars>
          <dgm:animLvl val="lvl"/>
          <dgm:resizeHandles val="exact"/>
        </dgm:presLayoutVars>
      </dgm:prSet>
      <dgm:spPr/>
    </dgm:pt>
    <dgm:pt modelId="{A5973854-F3B2-484D-86E5-C8F9C3BBE94A}" type="pres">
      <dgm:prSet presAssocID="{8613F793-5F9A-4FEE-8415-401C5831C1EE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CA91A1E-37D4-438D-B1C1-1660C41D076F}" type="pres">
      <dgm:prSet presAssocID="{CED45887-9190-4DFE-A645-28E3DC07DF1F}" presName="spacer" presStyleCnt="0"/>
      <dgm:spPr/>
    </dgm:pt>
    <dgm:pt modelId="{8A2B5157-7F11-4E98-84EB-5BC23E900706}" type="pres">
      <dgm:prSet presAssocID="{B4919E4E-A2F2-49D0-823B-0E5A6A4CC8E7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7FA7D53E-D03B-4402-87FF-6DFFAD5DD8BA}" type="pres">
      <dgm:prSet presAssocID="{B5A07846-A733-4F1B-A233-2088CA683D4B}" presName="spacer" presStyleCnt="0"/>
      <dgm:spPr/>
    </dgm:pt>
    <dgm:pt modelId="{E38B226B-6006-4E65-884B-CFD122618BD1}" type="pres">
      <dgm:prSet presAssocID="{20EE3C57-7399-4955-B76A-D00DF9D95B3A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9454A5E1-5057-442B-B8D4-D9B7B59F1A55}" type="pres">
      <dgm:prSet presAssocID="{CD51DEB6-1A58-4A1E-BE8A-76A55DA3CA99}" presName="spacer" presStyleCnt="0"/>
      <dgm:spPr/>
    </dgm:pt>
    <dgm:pt modelId="{FF968FB4-4A74-440F-B901-30EA03B8DB5D}" type="pres">
      <dgm:prSet presAssocID="{1912B9AC-25A5-44A0-A539-D0A05DC0AEA0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62EB8315-23FC-46DD-8F3B-D29CCD2AD41D}" srcId="{A4C57488-3236-4477-A489-C53637AEFA50}" destId="{1912B9AC-25A5-44A0-A539-D0A05DC0AEA0}" srcOrd="3" destOrd="0" parTransId="{AC195EF4-B8A7-4157-BA7B-7E234D32C93D}" sibTransId="{CE270167-0C95-4D8D-98DF-E51BC4945220}"/>
    <dgm:cxn modelId="{E1BD801A-B92C-473B-A603-904BD3C5BD92}" srcId="{A4C57488-3236-4477-A489-C53637AEFA50}" destId="{8613F793-5F9A-4FEE-8415-401C5831C1EE}" srcOrd="0" destOrd="0" parTransId="{85791450-DB21-46F2-9035-B523BDDC065A}" sibTransId="{CED45887-9190-4DFE-A645-28E3DC07DF1F}"/>
    <dgm:cxn modelId="{F1239760-FB00-4B39-B882-78B91931AAEF}" srcId="{A4C57488-3236-4477-A489-C53637AEFA50}" destId="{20EE3C57-7399-4955-B76A-D00DF9D95B3A}" srcOrd="2" destOrd="0" parTransId="{7A2CFD3C-C26A-49BF-810E-3A2E2CBA0159}" sibTransId="{CD51DEB6-1A58-4A1E-BE8A-76A55DA3CA99}"/>
    <dgm:cxn modelId="{CC17C45A-2F38-4392-927A-1798065D4A3E}" type="presOf" srcId="{8613F793-5F9A-4FEE-8415-401C5831C1EE}" destId="{A5973854-F3B2-484D-86E5-C8F9C3BBE94A}" srcOrd="0" destOrd="0" presId="urn:microsoft.com/office/officeart/2005/8/layout/vList2"/>
    <dgm:cxn modelId="{BD9EE298-40D0-4202-8382-25AF5254BF6B}" type="presOf" srcId="{B4919E4E-A2F2-49D0-823B-0E5A6A4CC8E7}" destId="{8A2B5157-7F11-4E98-84EB-5BC23E900706}" srcOrd="0" destOrd="0" presId="urn:microsoft.com/office/officeart/2005/8/layout/vList2"/>
    <dgm:cxn modelId="{BC19B1C9-74BF-4E86-BFD7-CB5176198687}" type="presOf" srcId="{20EE3C57-7399-4955-B76A-D00DF9D95B3A}" destId="{E38B226B-6006-4E65-884B-CFD122618BD1}" srcOrd="0" destOrd="0" presId="urn:microsoft.com/office/officeart/2005/8/layout/vList2"/>
    <dgm:cxn modelId="{8DAEFDD3-D0ED-41CB-A495-B9FDCC13D4F0}" type="presOf" srcId="{A4C57488-3236-4477-A489-C53637AEFA50}" destId="{4027BCEA-232D-490E-AE98-75FD24AF5E50}" srcOrd="0" destOrd="0" presId="urn:microsoft.com/office/officeart/2005/8/layout/vList2"/>
    <dgm:cxn modelId="{349BC3DA-31AB-4B55-808C-53B498861DF2}" srcId="{A4C57488-3236-4477-A489-C53637AEFA50}" destId="{B4919E4E-A2F2-49D0-823B-0E5A6A4CC8E7}" srcOrd="1" destOrd="0" parTransId="{CAC811BE-1865-44DE-9CC3-F5CEE2CD2D5E}" sibTransId="{B5A07846-A733-4F1B-A233-2088CA683D4B}"/>
    <dgm:cxn modelId="{09E11CF6-9FDE-4E91-9058-907836799320}" type="presOf" srcId="{1912B9AC-25A5-44A0-A539-D0A05DC0AEA0}" destId="{FF968FB4-4A74-440F-B901-30EA03B8DB5D}" srcOrd="0" destOrd="0" presId="urn:microsoft.com/office/officeart/2005/8/layout/vList2"/>
    <dgm:cxn modelId="{B474E27E-7269-4899-AD87-840392454270}" type="presParOf" srcId="{4027BCEA-232D-490E-AE98-75FD24AF5E50}" destId="{A5973854-F3B2-484D-86E5-C8F9C3BBE94A}" srcOrd="0" destOrd="0" presId="urn:microsoft.com/office/officeart/2005/8/layout/vList2"/>
    <dgm:cxn modelId="{3C234263-BCB5-40EB-ABE8-70753E8F2803}" type="presParOf" srcId="{4027BCEA-232D-490E-AE98-75FD24AF5E50}" destId="{ACA91A1E-37D4-438D-B1C1-1660C41D076F}" srcOrd="1" destOrd="0" presId="urn:microsoft.com/office/officeart/2005/8/layout/vList2"/>
    <dgm:cxn modelId="{D0B8AEA8-ED48-47D7-A0A4-F7F6C9E39A81}" type="presParOf" srcId="{4027BCEA-232D-490E-AE98-75FD24AF5E50}" destId="{8A2B5157-7F11-4E98-84EB-5BC23E900706}" srcOrd="2" destOrd="0" presId="urn:microsoft.com/office/officeart/2005/8/layout/vList2"/>
    <dgm:cxn modelId="{3FD55657-727A-49A7-B4B3-3A25E597C010}" type="presParOf" srcId="{4027BCEA-232D-490E-AE98-75FD24AF5E50}" destId="{7FA7D53E-D03B-4402-87FF-6DFFAD5DD8BA}" srcOrd="3" destOrd="0" presId="urn:microsoft.com/office/officeart/2005/8/layout/vList2"/>
    <dgm:cxn modelId="{FB415B8E-6882-4E0C-948C-4AF700771028}" type="presParOf" srcId="{4027BCEA-232D-490E-AE98-75FD24AF5E50}" destId="{E38B226B-6006-4E65-884B-CFD122618BD1}" srcOrd="4" destOrd="0" presId="urn:microsoft.com/office/officeart/2005/8/layout/vList2"/>
    <dgm:cxn modelId="{EBD9727C-C1E5-40B1-8A73-DFB220E7272D}" type="presParOf" srcId="{4027BCEA-232D-490E-AE98-75FD24AF5E50}" destId="{9454A5E1-5057-442B-B8D4-D9B7B59F1A55}" srcOrd="5" destOrd="0" presId="urn:microsoft.com/office/officeart/2005/8/layout/vList2"/>
    <dgm:cxn modelId="{FDF7CBE1-0E0D-4023-8171-7D344C38BCAB}" type="presParOf" srcId="{4027BCEA-232D-490E-AE98-75FD24AF5E50}" destId="{FF968FB4-4A74-440F-B901-30EA03B8DB5D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50CD6F-AACE-4C83-A78D-DC3C261F60F2}">
      <dsp:nvSpPr>
        <dsp:cNvPr id="0" name=""/>
        <dsp:cNvSpPr/>
      </dsp:nvSpPr>
      <dsp:spPr>
        <a:xfrm>
          <a:off x="4879" y="995864"/>
          <a:ext cx="1026378" cy="30791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1107" tIns="81107" rIns="81107" bIns="81107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Understand</a:t>
          </a:r>
        </a:p>
      </dsp:txBody>
      <dsp:txXfrm>
        <a:off x="4879" y="995864"/>
        <a:ext cx="1026378" cy="307913"/>
      </dsp:txXfrm>
    </dsp:sp>
    <dsp:sp modelId="{4E16CE7F-3847-48A1-95BF-72020E121CFF}">
      <dsp:nvSpPr>
        <dsp:cNvPr id="0" name=""/>
        <dsp:cNvSpPr/>
      </dsp:nvSpPr>
      <dsp:spPr>
        <a:xfrm>
          <a:off x="4879" y="1303778"/>
          <a:ext cx="1026378" cy="2679680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383" tIns="101383" rIns="101383" bIns="101383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Understand what Data Engineers do in organizations</a:t>
          </a:r>
        </a:p>
      </dsp:txBody>
      <dsp:txXfrm>
        <a:off x="4879" y="1303778"/>
        <a:ext cx="1026378" cy="2679680"/>
      </dsp:txXfrm>
    </dsp:sp>
    <dsp:sp modelId="{4EF7E17F-E953-4DB0-A72B-F51ECD13CA78}">
      <dsp:nvSpPr>
        <dsp:cNvPr id="0" name=""/>
        <dsp:cNvSpPr/>
      </dsp:nvSpPr>
      <dsp:spPr>
        <a:xfrm>
          <a:off x="1139046" y="995864"/>
          <a:ext cx="1026378" cy="307913"/>
        </a:xfrm>
        <a:prstGeom prst="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accent2">
              <a:hueOff val="1560506"/>
              <a:satOff val="-1946"/>
              <a:lumOff val="45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1107" tIns="81107" rIns="81107" bIns="81107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Differentiate</a:t>
          </a:r>
        </a:p>
      </dsp:txBody>
      <dsp:txXfrm>
        <a:off x="1139046" y="995864"/>
        <a:ext cx="1026378" cy="307913"/>
      </dsp:txXfrm>
    </dsp:sp>
    <dsp:sp modelId="{F85BA31A-4A9B-465A-AB98-2EBECDD8E39C}">
      <dsp:nvSpPr>
        <dsp:cNvPr id="0" name=""/>
        <dsp:cNvSpPr/>
      </dsp:nvSpPr>
      <dsp:spPr>
        <a:xfrm>
          <a:off x="1139046" y="1303778"/>
          <a:ext cx="1026378" cy="2679680"/>
        </a:xfrm>
        <a:prstGeom prst="rect">
          <a:avLst/>
        </a:prstGeom>
        <a:solidFill>
          <a:schemeClr val="accent2">
            <a:tint val="40000"/>
            <a:alpha val="90000"/>
            <a:hueOff val="1675274"/>
            <a:satOff val="-1459"/>
            <a:lumOff val="-2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1675274"/>
              <a:satOff val="-1459"/>
              <a:lumOff val="-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383" tIns="101383" rIns="101383" bIns="101383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Differentiate Engineers, Analysts, and Data Scientists</a:t>
          </a:r>
        </a:p>
      </dsp:txBody>
      <dsp:txXfrm>
        <a:off x="1139046" y="1303778"/>
        <a:ext cx="1026378" cy="2679680"/>
      </dsp:txXfrm>
    </dsp:sp>
    <dsp:sp modelId="{4F4C6D73-B082-4F6D-8C7F-EB75C267CA2E}">
      <dsp:nvSpPr>
        <dsp:cNvPr id="0" name=""/>
        <dsp:cNvSpPr/>
      </dsp:nvSpPr>
      <dsp:spPr>
        <a:xfrm>
          <a:off x="2273213" y="995864"/>
          <a:ext cx="1026378" cy="307913"/>
        </a:xfrm>
        <a:prstGeom prst="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accent2">
              <a:hueOff val="3121013"/>
              <a:satOff val="-3893"/>
              <a:lumOff val="91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1107" tIns="81107" rIns="81107" bIns="81107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Learn</a:t>
          </a:r>
        </a:p>
      </dsp:txBody>
      <dsp:txXfrm>
        <a:off x="2273213" y="995864"/>
        <a:ext cx="1026378" cy="307913"/>
      </dsp:txXfrm>
    </dsp:sp>
    <dsp:sp modelId="{29D47CEA-763C-4175-80C3-135FCA03915F}">
      <dsp:nvSpPr>
        <dsp:cNvPr id="0" name=""/>
        <dsp:cNvSpPr/>
      </dsp:nvSpPr>
      <dsp:spPr>
        <a:xfrm>
          <a:off x="2273213" y="1303778"/>
          <a:ext cx="1026378" cy="2679680"/>
        </a:xfrm>
        <a:prstGeom prst="rect">
          <a:avLst/>
        </a:prstGeom>
        <a:solidFill>
          <a:schemeClr val="accent2">
            <a:tint val="40000"/>
            <a:alpha val="90000"/>
            <a:hueOff val="3350547"/>
            <a:satOff val="-2919"/>
            <a:lumOff val="-4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3350547"/>
              <a:satOff val="-2919"/>
              <a:lumOff val="-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383" tIns="101383" rIns="101383" bIns="101383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Learn core system concepts like OLTP, OLAP, Batch and Streaming</a:t>
          </a:r>
        </a:p>
      </dsp:txBody>
      <dsp:txXfrm>
        <a:off x="2273213" y="1303778"/>
        <a:ext cx="1026378" cy="2679680"/>
      </dsp:txXfrm>
    </dsp:sp>
    <dsp:sp modelId="{1B0EA494-F345-47E6-A84C-4729B81D0A32}">
      <dsp:nvSpPr>
        <dsp:cNvPr id="0" name=""/>
        <dsp:cNvSpPr/>
      </dsp:nvSpPr>
      <dsp:spPr>
        <a:xfrm>
          <a:off x="3407380" y="995864"/>
          <a:ext cx="1026378" cy="307913"/>
        </a:xfrm>
        <a:prstGeom prst="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1107" tIns="81107" rIns="81107" bIns="81107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Apply</a:t>
          </a:r>
        </a:p>
      </dsp:txBody>
      <dsp:txXfrm>
        <a:off x="3407380" y="995864"/>
        <a:ext cx="1026378" cy="307913"/>
      </dsp:txXfrm>
    </dsp:sp>
    <dsp:sp modelId="{7CB48D5B-49D5-45E1-8991-C2B53D192934}">
      <dsp:nvSpPr>
        <dsp:cNvPr id="0" name=""/>
        <dsp:cNvSpPr/>
      </dsp:nvSpPr>
      <dsp:spPr>
        <a:xfrm>
          <a:off x="3407380" y="1303778"/>
          <a:ext cx="1026378" cy="2679680"/>
        </a:xfrm>
        <a:prstGeom prst="rect">
          <a:avLst/>
        </a:prstGeom>
        <a:solidFill>
          <a:schemeClr val="accent2">
            <a:tint val="40000"/>
            <a:alpha val="90000"/>
            <a:hueOff val="5025821"/>
            <a:satOff val="-4378"/>
            <a:lumOff val="-6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5025821"/>
              <a:satOff val="-4378"/>
              <a:lumOff val="-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383" tIns="101383" rIns="101383" bIns="101383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Apply Python best practices for building data systems</a:t>
          </a:r>
        </a:p>
      </dsp:txBody>
      <dsp:txXfrm>
        <a:off x="3407380" y="1303778"/>
        <a:ext cx="1026378" cy="267968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CC159A-18C5-409A-9BD4-A488A3F8F7BE}">
      <dsp:nvSpPr>
        <dsp:cNvPr id="0" name=""/>
        <dsp:cNvSpPr/>
      </dsp:nvSpPr>
      <dsp:spPr>
        <a:xfrm>
          <a:off x="0" y="1808"/>
          <a:ext cx="7886700" cy="91661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6BB079-ADEF-43E5-A31B-FCD4656B0914}">
      <dsp:nvSpPr>
        <dsp:cNvPr id="0" name=""/>
        <dsp:cNvSpPr/>
      </dsp:nvSpPr>
      <dsp:spPr>
        <a:xfrm>
          <a:off x="277275" y="208046"/>
          <a:ext cx="504136" cy="50413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151BDA-BEBF-4DF2-9F60-1E860029DE8E}">
      <dsp:nvSpPr>
        <dsp:cNvPr id="0" name=""/>
        <dsp:cNvSpPr/>
      </dsp:nvSpPr>
      <dsp:spPr>
        <a:xfrm>
          <a:off x="1058686" y="1808"/>
          <a:ext cx="68280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Data Engineer → builds infrastructure and pipelines</a:t>
          </a:r>
        </a:p>
      </dsp:txBody>
      <dsp:txXfrm>
        <a:off x="1058686" y="1808"/>
        <a:ext cx="6828013" cy="916611"/>
      </dsp:txXfrm>
    </dsp:sp>
    <dsp:sp modelId="{DBD2FA26-6C14-4019-B8DD-BECE31E33B41}">
      <dsp:nvSpPr>
        <dsp:cNvPr id="0" name=""/>
        <dsp:cNvSpPr/>
      </dsp:nvSpPr>
      <dsp:spPr>
        <a:xfrm>
          <a:off x="0" y="1147573"/>
          <a:ext cx="7886700" cy="91661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05A806-11E4-483D-8612-9EF56AFCC5F3}">
      <dsp:nvSpPr>
        <dsp:cNvPr id="0" name=""/>
        <dsp:cNvSpPr/>
      </dsp:nvSpPr>
      <dsp:spPr>
        <a:xfrm>
          <a:off x="277275" y="1353811"/>
          <a:ext cx="504136" cy="50413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689A0F-F83D-442E-ABBA-8F9C51A42E4D}">
      <dsp:nvSpPr>
        <dsp:cNvPr id="0" name=""/>
        <dsp:cNvSpPr/>
      </dsp:nvSpPr>
      <dsp:spPr>
        <a:xfrm>
          <a:off x="1058686" y="1147573"/>
          <a:ext cx="68280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Data Analyst → interprets data and creates reports</a:t>
          </a:r>
        </a:p>
      </dsp:txBody>
      <dsp:txXfrm>
        <a:off x="1058686" y="1147573"/>
        <a:ext cx="6828013" cy="916611"/>
      </dsp:txXfrm>
    </dsp:sp>
    <dsp:sp modelId="{8602E3ED-77F0-4420-A13B-3EB6AF400858}">
      <dsp:nvSpPr>
        <dsp:cNvPr id="0" name=""/>
        <dsp:cNvSpPr/>
      </dsp:nvSpPr>
      <dsp:spPr>
        <a:xfrm>
          <a:off x="0" y="2293338"/>
          <a:ext cx="7886700" cy="91661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45745F-6727-46A9-A759-CDA81A796C1B}">
      <dsp:nvSpPr>
        <dsp:cNvPr id="0" name=""/>
        <dsp:cNvSpPr/>
      </dsp:nvSpPr>
      <dsp:spPr>
        <a:xfrm>
          <a:off x="277275" y="2499576"/>
          <a:ext cx="504136" cy="50413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799C9B-CA41-4112-986F-ED3805C2FB45}">
      <dsp:nvSpPr>
        <dsp:cNvPr id="0" name=""/>
        <dsp:cNvSpPr/>
      </dsp:nvSpPr>
      <dsp:spPr>
        <a:xfrm>
          <a:off x="1058686" y="2293338"/>
          <a:ext cx="68280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Data Scientist → builds predictive models and ML systems</a:t>
          </a:r>
        </a:p>
      </dsp:txBody>
      <dsp:txXfrm>
        <a:off x="1058686" y="2293338"/>
        <a:ext cx="6828013" cy="916611"/>
      </dsp:txXfrm>
    </dsp:sp>
    <dsp:sp modelId="{7DE3BEDD-6AD6-46D6-A507-C6D8DB06E394}">
      <dsp:nvSpPr>
        <dsp:cNvPr id="0" name=""/>
        <dsp:cNvSpPr/>
      </dsp:nvSpPr>
      <dsp:spPr>
        <a:xfrm>
          <a:off x="0" y="3439103"/>
          <a:ext cx="7886700" cy="91661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9E9ADA-7047-4BBA-9AC2-AB55EBFF0240}">
      <dsp:nvSpPr>
        <dsp:cNvPr id="0" name=""/>
        <dsp:cNvSpPr/>
      </dsp:nvSpPr>
      <dsp:spPr>
        <a:xfrm>
          <a:off x="277275" y="3645341"/>
          <a:ext cx="504136" cy="50413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F90F70-459F-4A9F-8EF0-1FDA8C8DAFBC}">
      <dsp:nvSpPr>
        <dsp:cNvPr id="0" name=""/>
        <dsp:cNvSpPr/>
      </dsp:nvSpPr>
      <dsp:spPr>
        <a:xfrm>
          <a:off x="1058686" y="3439103"/>
          <a:ext cx="68280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Think: Engineer builds the road, Analyst drives insights, Scientist predicts destination</a:t>
          </a:r>
        </a:p>
      </dsp:txBody>
      <dsp:txXfrm>
        <a:off x="1058686" y="3439103"/>
        <a:ext cx="6828013" cy="91661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131079-9E42-4F76-8B9C-007180ABFF51}">
      <dsp:nvSpPr>
        <dsp:cNvPr id="0" name=""/>
        <dsp:cNvSpPr/>
      </dsp:nvSpPr>
      <dsp:spPr>
        <a:xfrm>
          <a:off x="0" y="62778"/>
          <a:ext cx="4683949" cy="1032854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Banking Example:</a:t>
          </a:r>
        </a:p>
      </dsp:txBody>
      <dsp:txXfrm>
        <a:off x="50420" y="113198"/>
        <a:ext cx="4583109" cy="932014"/>
      </dsp:txXfrm>
    </dsp:sp>
    <dsp:sp modelId="{34F391DA-48C5-4CC1-8ED9-BC2249886E57}">
      <dsp:nvSpPr>
        <dsp:cNvPr id="0" name=""/>
        <dsp:cNvSpPr/>
      </dsp:nvSpPr>
      <dsp:spPr>
        <a:xfrm>
          <a:off x="0" y="1170512"/>
          <a:ext cx="4683949" cy="1032854"/>
        </a:xfrm>
        <a:prstGeom prst="roundRect">
          <a:avLst/>
        </a:prstGeom>
        <a:solidFill>
          <a:schemeClr val="accent2">
            <a:hueOff val="1170380"/>
            <a:satOff val="-1460"/>
            <a:lumOff val="34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Engineer loads transaction data into warehouse</a:t>
          </a:r>
        </a:p>
      </dsp:txBody>
      <dsp:txXfrm>
        <a:off x="50420" y="1220932"/>
        <a:ext cx="4583109" cy="932014"/>
      </dsp:txXfrm>
    </dsp:sp>
    <dsp:sp modelId="{A97DC5FB-1E8B-4042-AC31-DDAAEDADD761}">
      <dsp:nvSpPr>
        <dsp:cNvPr id="0" name=""/>
        <dsp:cNvSpPr/>
      </dsp:nvSpPr>
      <dsp:spPr>
        <a:xfrm>
          <a:off x="0" y="2278246"/>
          <a:ext cx="4683949" cy="1032854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Analyst builds fraud monitoring dashboard</a:t>
          </a:r>
        </a:p>
      </dsp:txBody>
      <dsp:txXfrm>
        <a:off x="50420" y="2328666"/>
        <a:ext cx="4583109" cy="932014"/>
      </dsp:txXfrm>
    </dsp:sp>
    <dsp:sp modelId="{69E8CFE3-4E1B-4118-B189-977B11E8B398}">
      <dsp:nvSpPr>
        <dsp:cNvPr id="0" name=""/>
        <dsp:cNvSpPr/>
      </dsp:nvSpPr>
      <dsp:spPr>
        <a:xfrm>
          <a:off x="0" y="3385980"/>
          <a:ext cx="4683949" cy="1032854"/>
        </a:xfrm>
        <a:prstGeom prst="roundRect">
          <a:avLst/>
        </a:prstGeom>
        <a:solidFill>
          <a:schemeClr val="accent2">
            <a:hueOff val="3511139"/>
            <a:satOff val="-4379"/>
            <a:lumOff val="103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Scientist builds fraud prediction model</a:t>
          </a:r>
        </a:p>
      </dsp:txBody>
      <dsp:txXfrm>
        <a:off x="50420" y="3436400"/>
        <a:ext cx="4583109" cy="932014"/>
      </dsp:txXfrm>
    </dsp:sp>
    <dsp:sp modelId="{5C91BE03-87D8-4E14-BBD8-FC9AE05ECD3E}">
      <dsp:nvSpPr>
        <dsp:cNvPr id="0" name=""/>
        <dsp:cNvSpPr/>
      </dsp:nvSpPr>
      <dsp:spPr>
        <a:xfrm>
          <a:off x="0" y="4493714"/>
          <a:ext cx="4683949" cy="1032854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All 3 roles depend on each other</a:t>
          </a:r>
        </a:p>
      </dsp:txBody>
      <dsp:txXfrm>
        <a:off x="50420" y="4544134"/>
        <a:ext cx="4583109" cy="93201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84EC41-C514-4301-BD38-AFE8F7CF9E87}">
      <dsp:nvSpPr>
        <dsp:cNvPr id="0" name=""/>
        <dsp:cNvSpPr/>
      </dsp:nvSpPr>
      <dsp:spPr>
        <a:xfrm>
          <a:off x="0" y="620"/>
          <a:ext cx="481717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C898AF-7CE7-4FA1-B531-38A1626D2418}">
      <dsp:nvSpPr>
        <dsp:cNvPr id="0" name=""/>
        <dsp:cNvSpPr/>
      </dsp:nvSpPr>
      <dsp:spPr>
        <a:xfrm>
          <a:off x="0" y="620"/>
          <a:ext cx="4817176" cy="10168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OLTP = Online Transaction Processing</a:t>
          </a:r>
        </a:p>
      </dsp:txBody>
      <dsp:txXfrm>
        <a:off x="0" y="620"/>
        <a:ext cx="4817176" cy="1016840"/>
      </dsp:txXfrm>
    </dsp:sp>
    <dsp:sp modelId="{C46966CB-3643-422D-A958-80109358EA75}">
      <dsp:nvSpPr>
        <dsp:cNvPr id="0" name=""/>
        <dsp:cNvSpPr/>
      </dsp:nvSpPr>
      <dsp:spPr>
        <a:xfrm>
          <a:off x="0" y="1017461"/>
          <a:ext cx="4817176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7D83F3-200A-434F-AF54-050764798AEE}">
      <dsp:nvSpPr>
        <dsp:cNvPr id="0" name=""/>
        <dsp:cNvSpPr/>
      </dsp:nvSpPr>
      <dsp:spPr>
        <a:xfrm>
          <a:off x="0" y="1017461"/>
          <a:ext cx="4817176" cy="10168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Used for fast day-to-day transactions</a:t>
          </a:r>
        </a:p>
      </dsp:txBody>
      <dsp:txXfrm>
        <a:off x="0" y="1017461"/>
        <a:ext cx="4817176" cy="1016840"/>
      </dsp:txXfrm>
    </dsp:sp>
    <dsp:sp modelId="{24C807EA-87D2-44BE-9EDA-5908F8FD0A38}">
      <dsp:nvSpPr>
        <dsp:cNvPr id="0" name=""/>
        <dsp:cNvSpPr/>
      </dsp:nvSpPr>
      <dsp:spPr>
        <a:xfrm>
          <a:off x="0" y="2034301"/>
          <a:ext cx="4817176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E99306-1559-47DA-AF43-8517450FF251}">
      <dsp:nvSpPr>
        <dsp:cNvPr id="0" name=""/>
        <dsp:cNvSpPr/>
      </dsp:nvSpPr>
      <dsp:spPr>
        <a:xfrm>
          <a:off x="0" y="2034301"/>
          <a:ext cx="4817176" cy="10168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Example: ATM withdrawals, e-commerce orders</a:t>
          </a:r>
        </a:p>
      </dsp:txBody>
      <dsp:txXfrm>
        <a:off x="0" y="2034301"/>
        <a:ext cx="4817176" cy="1016840"/>
      </dsp:txXfrm>
    </dsp:sp>
    <dsp:sp modelId="{93C34D4B-6DF4-440D-BACF-64BC9E6EDC9B}">
      <dsp:nvSpPr>
        <dsp:cNvPr id="0" name=""/>
        <dsp:cNvSpPr/>
      </dsp:nvSpPr>
      <dsp:spPr>
        <a:xfrm>
          <a:off x="0" y="3051142"/>
          <a:ext cx="4817176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B0EE2F-C304-4323-9F91-56ED45B877CE}">
      <dsp:nvSpPr>
        <dsp:cNvPr id="0" name=""/>
        <dsp:cNvSpPr/>
      </dsp:nvSpPr>
      <dsp:spPr>
        <a:xfrm>
          <a:off x="0" y="3051142"/>
          <a:ext cx="4817176" cy="10168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OLAP = Online Analytical Processing</a:t>
          </a:r>
        </a:p>
      </dsp:txBody>
      <dsp:txXfrm>
        <a:off x="0" y="3051142"/>
        <a:ext cx="4817176" cy="1016840"/>
      </dsp:txXfrm>
    </dsp:sp>
    <dsp:sp modelId="{0C6325C5-C432-48A1-A72A-A0FAAC090177}">
      <dsp:nvSpPr>
        <dsp:cNvPr id="0" name=""/>
        <dsp:cNvSpPr/>
      </dsp:nvSpPr>
      <dsp:spPr>
        <a:xfrm>
          <a:off x="0" y="4067982"/>
          <a:ext cx="4817176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9394BC-34B7-4783-B07D-3EA22DC013CB}">
      <dsp:nvSpPr>
        <dsp:cNvPr id="0" name=""/>
        <dsp:cNvSpPr/>
      </dsp:nvSpPr>
      <dsp:spPr>
        <a:xfrm>
          <a:off x="0" y="4067982"/>
          <a:ext cx="4817176" cy="10168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Used for analysis, reporting, and decision-making</a:t>
          </a:r>
        </a:p>
      </dsp:txBody>
      <dsp:txXfrm>
        <a:off x="0" y="4067982"/>
        <a:ext cx="4817176" cy="101684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5FC26D-9887-4059-8ACA-174558D8E5D9}">
      <dsp:nvSpPr>
        <dsp:cNvPr id="0" name=""/>
        <dsp:cNvSpPr/>
      </dsp:nvSpPr>
      <dsp:spPr>
        <a:xfrm>
          <a:off x="2401" y="1209894"/>
          <a:ext cx="1714409" cy="108865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4EEFF1-24DC-4C44-9C71-6DFBCA9EF76C}">
      <dsp:nvSpPr>
        <dsp:cNvPr id="0" name=""/>
        <dsp:cNvSpPr/>
      </dsp:nvSpPr>
      <dsp:spPr>
        <a:xfrm>
          <a:off x="192891" y="1390860"/>
          <a:ext cx="1714409" cy="108865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Ingestion → Storage → Transformation → Serving</a:t>
          </a:r>
        </a:p>
      </dsp:txBody>
      <dsp:txXfrm>
        <a:off x="224776" y="1422745"/>
        <a:ext cx="1650639" cy="1024880"/>
      </dsp:txXfrm>
    </dsp:sp>
    <dsp:sp modelId="{5C6A17FB-B4DE-49E5-AF44-99FA98547B90}">
      <dsp:nvSpPr>
        <dsp:cNvPr id="0" name=""/>
        <dsp:cNvSpPr/>
      </dsp:nvSpPr>
      <dsp:spPr>
        <a:xfrm>
          <a:off x="2097790" y="1209894"/>
          <a:ext cx="1714409" cy="108865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98C96A-6B2A-43A7-9A9D-E6F26EBB564C}">
      <dsp:nvSpPr>
        <dsp:cNvPr id="0" name=""/>
        <dsp:cNvSpPr/>
      </dsp:nvSpPr>
      <dsp:spPr>
        <a:xfrm>
          <a:off x="2288280" y="1390860"/>
          <a:ext cx="1714409" cy="108865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This is the backbone of data engineering</a:t>
          </a:r>
        </a:p>
      </dsp:txBody>
      <dsp:txXfrm>
        <a:off x="2320165" y="1422745"/>
        <a:ext cx="1650639" cy="1024880"/>
      </dsp:txXfrm>
    </dsp:sp>
    <dsp:sp modelId="{C146538C-8B9A-4A13-94D9-AEB7AD6DB359}">
      <dsp:nvSpPr>
        <dsp:cNvPr id="0" name=""/>
        <dsp:cNvSpPr/>
      </dsp:nvSpPr>
      <dsp:spPr>
        <a:xfrm>
          <a:off x="4193180" y="1209894"/>
          <a:ext cx="1714409" cy="108865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418D4D-8A4C-4853-8438-5E5B8D07B9AD}">
      <dsp:nvSpPr>
        <dsp:cNvPr id="0" name=""/>
        <dsp:cNvSpPr/>
      </dsp:nvSpPr>
      <dsp:spPr>
        <a:xfrm>
          <a:off x="4383670" y="1390860"/>
          <a:ext cx="1714409" cy="108865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Every organization follows this flow in some form</a:t>
          </a:r>
        </a:p>
      </dsp:txBody>
      <dsp:txXfrm>
        <a:off x="4415555" y="1422745"/>
        <a:ext cx="1650639" cy="1024880"/>
      </dsp:txXfrm>
    </dsp:sp>
    <dsp:sp modelId="{4944C013-038F-4F02-9CCF-DF71FD71917C}">
      <dsp:nvSpPr>
        <dsp:cNvPr id="0" name=""/>
        <dsp:cNvSpPr/>
      </dsp:nvSpPr>
      <dsp:spPr>
        <a:xfrm>
          <a:off x="6288570" y="1209894"/>
          <a:ext cx="1714409" cy="108865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E1BDAB-B18E-42C1-9E60-3B5575C1C930}">
      <dsp:nvSpPr>
        <dsp:cNvPr id="0" name=""/>
        <dsp:cNvSpPr/>
      </dsp:nvSpPr>
      <dsp:spPr>
        <a:xfrm>
          <a:off x="6479060" y="1390860"/>
          <a:ext cx="1714409" cy="108865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Without this flow, reporting becomes unreliable</a:t>
          </a:r>
        </a:p>
      </dsp:txBody>
      <dsp:txXfrm>
        <a:off x="6510945" y="1422745"/>
        <a:ext cx="1650639" cy="102488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973854-F3B2-484D-86E5-C8F9C3BBE94A}">
      <dsp:nvSpPr>
        <dsp:cNvPr id="0" name=""/>
        <dsp:cNvSpPr/>
      </dsp:nvSpPr>
      <dsp:spPr>
        <a:xfrm>
          <a:off x="0" y="82101"/>
          <a:ext cx="8229600" cy="1034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Product Teams → focus on user events and application behavior</a:t>
          </a:r>
        </a:p>
      </dsp:txBody>
      <dsp:txXfrm>
        <a:off x="50489" y="132590"/>
        <a:ext cx="8128622" cy="933302"/>
      </dsp:txXfrm>
    </dsp:sp>
    <dsp:sp modelId="{8A2B5157-7F11-4E98-84EB-5BC23E900706}">
      <dsp:nvSpPr>
        <dsp:cNvPr id="0" name=""/>
        <dsp:cNvSpPr/>
      </dsp:nvSpPr>
      <dsp:spPr>
        <a:xfrm>
          <a:off x="0" y="1191261"/>
          <a:ext cx="8229600" cy="1034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Analytics Teams → focus on reporting and business insights</a:t>
          </a:r>
        </a:p>
      </dsp:txBody>
      <dsp:txXfrm>
        <a:off x="50489" y="1241750"/>
        <a:ext cx="8128622" cy="933302"/>
      </dsp:txXfrm>
    </dsp:sp>
    <dsp:sp modelId="{E38B226B-6006-4E65-884B-CFD122618BD1}">
      <dsp:nvSpPr>
        <dsp:cNvPr id="0" name=""/>
        <dsp:cNvSpPr/>
      </dsp:nvSpPr>
      <dsp:spPr>
        <a:xfrm>
          <a:off x="0" y="2300421"/>
          <a:ext cx="8229600" cy="1034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Same engineering principles, different business goals</a:t>
          </a:r>
        </a:p>
      </dsp:txBody>
      <dsp:txXfrm>
        <a:off x="50489" y="2350910"/>
        <a:ext cx="8128622" cy="933302"/>
      </dsp:txXfrm>
    </dsp:sp>
    <dsp:sp modelId="{FF968FB4-4A74-440F-B901-30EA03B8DB5D}">
      <dsp:nvSpPr>
        <dsp:cNvPr id="0" name=""/>
        <dsp:cNvSpPr/>
      </dsp:nvSpPr>
      <dsp:spPr>
        <a:xfrm>
          <a:off x="0" y="3409581"/>
          <a:ext cx="8229600" cy="1034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Example: App clicks vs Monthly Revenue dashboards</a:t>
          </a:r>
        </a:p>
      </dsp:txBody>
      <dsp:txXfrm>
        <a:off x="50489" y="3460070"/>
        <a:ext cx="8128622" cy="9333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HorizontalActionList">
  <dgm:title val="Horizontal Action List"/>
  <dgm:desc val="Used to show non-sequential or grouped lists of information. Works well with large amounts of text. All text has the same level of emphasis, and direction is not implied."/>
  <dgm:catLst>
    <dgm:cat type="list" pri="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 fact="0.6"/>
      <dgm:constr type="h" for="des" forName="composite" op="equ"/>
      <dgm:constr type="w" for="ch" forName="composite" refType="w"/>
      <dgm:constr type="w" for="des" forName="parTx"/>
      <dgm:constr type="h" for="des" forName="parTx" op="equ"/>
      <dgm:constr type="w" for="des" forName="desTx"/>
      <dgm:constr type="primFontSz" for="des" forName="parTx" val="54"/>
      <dgm:constr type="primFontSz" for="des" forName="desTx" refType="primFontSz" refFor="des" refForName="parTx" op="lte" fact="0.75"/>
      <dgm:constr type="h" for="des" forName="desTx" op="equ"/>
      <dgm:constr type="w" for="ch" forName="space" op="equ" val="3"/>
    </dgm:constrLst>
    <dgm:ruleLst>
      <dgm:rule type="w" for="ch" forName="composite" val="0" fact="NaN" max="NaN"/>
    </dgm:ruleLst>
    <dgm:forEach name="Name6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3"/>
            <dgm:constr type="h"/>
            <dgm:constr type="tMarg" refType="w" fact="0.224"/>
            <dgm:constr type="bMarg" refType="w" fact="0.224"/>
            <dgm:constr type="lMarg" refType="w" fact="0.224"/>
            <dgm:constr type="rMarg" refType="w" fact="0.224"/>
          </dgm:constrLst>
          <dgm:ruleLst>
            <dgm:rule type="h" val="INF" fact="NaN" max="NaN"/>
            <dgm:rule type="primFontSz" val="14" fact="NaN" max="NaN"/>
          </dgm:ruleLst>
        </dgm:layoutNode>
        <dgm:layoutNode name="desTx" styleLbl="alignAccFollowNode1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primFontSz" val="28"/>
            <dgm:constr type="tMarg" refType="w" fact="0.28"/>
            <dgm:constr type="bMarg" refType="w" fact="0.28"/>
            <dgm:constr type="lMarg" refType="w" fact="0.28"/>
            <dgm:constr type="rMarg" refType="w" fact="0.28"/>
          </dgm:constrLst>
          <dgm:ruleLst>
            <dgm:rule type="h" val="INF" fact="NaN" max="NaN"/>
            <dgm:rule type="primFontSz" val="11" fact="NaN" max="NaN"/>
          </dgm:ruleLst>
        </dgm:layoutNode>
      </dgm:layoutNode>
      <dgm:forEach name="Name19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D16089-9400-42DE-9E81-1F73FDFF825A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D50634-3492-41FE-A806-DE2DB5A640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2829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45022-9A46-4039-B460-FFA928E6CC2C}" type="datetime1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1CF41-FDDC-45CC-BF1E-12B64EF47DF9}" type="datetime1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6C09F-0AD3-486F-9C27-D536B87E87B8}" type="datetime1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DE23D-4F94-4B22-8690-2C33F62CFEAF}" type="datetime1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2BE8A-BC53-4873-BCC1-B61FC6CB69D2}" type="datetime1">
              <a:rPr lang="en-US" smtClean="0"/>
              <a:t>4/19/2026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C6959-9316-4A57-BF56-CBA6B2C2162E}" type="datetime1">
              <a:rPr lang="en-US" smtClean="0"/>
              <a:t>4/19/2026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A1938-4408-4BE8-B646-CF19F8FA835D}" type="datetime1">
              <a:rPr lang="en-US" smtClean="0"/>
              <a:t>4/19/2026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ACC2A-91D6-459D-A917-9D5A8740D6B5}" type="datetime1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E379D-C634-4B7C-828D-AC55CB9B0B3C}" type="datetime1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E1273-46BA-4E6E-926E-280536760959}" type="datetime1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E41E0-7A4C-4A5D-ABB2-1CD630350361}" type="datetime1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D0D81E-0DC6-4683-A723-61A08D4432B6}" type="datetime1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1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image" Target="../media/image1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7" Type="http://schemas.openxmlformats.org/officeDocument/2006/relationships/image" Target="../media/image1.pn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7" Type="http://schemas.openxmlformats.org/officeDocument/2006/relationships/image" Target="../media/image1.png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1C799903-48D5-4A31-A1A2-541072D977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7" name="Freeform: Shape 16">
            <a:extLst>
              <a:ext uri="{FF2B5EF4-FFF2-40B4-BE49-F238E27FC236}">
                <a16:creationId xmlns:a16="http://schemas.microsoft.com/office/drawing/2014/main" id="{8EFFF109-FC58-4FD3-BE05-9775A1310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14166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508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9" name="Freeform: Shape 18">
            <a:extLst>
              <a:ext uri="{FF2B5EF4-FFF2-40B4-BE49-F238E27FC236}">
                <a16:creationId xmlns:a16="http://schemas.microsoft.com/office/drawing/2014/main" id="{E1B96AD6-92A9-4273-A62B-96A1C3E0BA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08608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344" y="1161288"/>
            <a:ext cx="2702052" cy="4526280"/>
          </a:xfrm>
        </p:spPr>
        <p:txBody>
          <a:bodyPr>
            <a:normAutofit/>
          </a:bodyPr>
          <a:lstStyle/>
          <a:p>
            <a:r>
              <a:rPr lang="en-US" sz="3500"/>
              <a:t>Foundations of Data Engineering with Python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102049"/>
            <a:ext cx="96012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75611" y="932688"/>
            <a:ext cx="4437453" cy="4992624"/>
          </a:xfrm>
        </p:spPr>
        <p:txBody>
          <a:bodyPr anchor="ctr">
            <a:normAutofit/>
          </a:bodyPr>
          <a:lstStyle/>
          <a:p>
            <a:r>
              <a:rPr lang="en-US" sz="1700" dirty="0"/>
              <a:t>GDSS Tutorial Session</a:t>
            </a:r>
          </a:p>
          <a:p>
            <a:r>
              <a:rPr lang="en-US" sz="1700" dirty="0"/>
              <a:t>Practical Introduction to Modern Data Engineering</a:t>
            </a:r>
          </a:p>
          <a:p>
            <a:r>
              <a:rPr lang="en-US" sz="1700" dirty="0"/>
              <a:t>Focus: Systems, Pipelines, and Reliable Data Flow</a:t>
            </a:r>
          </a:p>
          <a:p>
            <a:r>
              <a:rPr lang="en-US" sz="1700" dirty="0"/>
              <a:t>Goal: Understand how data moves from source to decision-making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94504A9-1C05-37A3-F89A-92BE434C0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63521" y="6356350"/>
            <a:ext cx="751828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1FF6DA9-008F-8B48-92A6-B652298478BF}" type="slidenum"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</a:t>
            </a:fld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A41472E-DA2F-D25B-FC98-5790B94F7F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1754" y="6280462"/>
            <a:ext cx="1213311" cy="52870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A1F6BF70-C7D1-4AF9-8DB4-BEEB8A9C35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3798" y="1097280"/>
            <a:ext cx="2847230" cy="4666207"/>
          </a:xfrm>
        </p:spPr>
        <p:txBody>
          <a:bodyPr anchor="ctr">
            <a:normAutofit/>
          </a:bodyPr>
          <a:lstStyle/>
          <a:p>
            <a:r>
              <a:rPr lang="en-US" sz="4200"/>
              <a:t>Learning Objectives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C66A8B6-1F6E-4FCC-93B9-B9986B6FD1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932" y="5945955"/>
            <a:ext cx="9082028" cy="525780"/>
            <a:chOff x="82576" y="5945955"/>
            <a:chExt cx="12109423" cy="525780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AF7C4FD-65AD-4BBE-886A-D2E923F94C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-103361" y="6131892"/>
              <a:ext cx="524256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BA8278B-6DF7-481F-B1FA-FFE7D6C3C7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 flipH="1">
              <a:off x="5998176" y="277912"/>
              <a:ext cx="524256" cy="1186339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50279" y="587829"/>
            <a:ext cx="4878975" cy="56823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8727E1-CD9A-CEF9-4E46-EB8A07768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492240"/>
            <a:ext cx="20574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1FF6DA9-008F-8B48-92A6-B652298478BF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137F951-A5C0-76E9-1DE8-F59C29C84D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9251" y="6419182"/>
            <a:ext cx="1149494" cy="500896"/>
          </a:xfrm>
          <a:prstGeom prst="rect">
            <a:avLst/>
          </a:prstGeom>
        </p:spPr>
      </p:pic>
      <p:graphicFrame>
        <p:nvGraphicFramePr>
          <p:cNvPr id="9" name="Content Placeholder 2">
            <a:extLst>
              <a:ext uri="{FF2B5EF4-FFF2-40B4-BE49-F238E27FC236}">
                <a16:creationId xmlns:a16="http://schemas.microsoft.com/office/drawing/2014/main" id="{B3D44B79-DB44-C529-E373-0FDCA925677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50122895"/>
              </p:ext>
            </p:extLst>
          </p:nvPr>
        </p:nvGraphicFramePr>
        <p:xfrm>
          <a:off x="4073652" y="1014153"/>
          <a:ext cx="4438638" cy="49793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C799903-48D5-4A31-A1A2-541072D977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Freeform: Shape 18">
            <a:extLst>
              <a:ext uri="{FF2B5EF4-FFF2-40B4-BE49-F238E27FC236}">
                <a16:creationId xmlns:a16="http://schemas.microsoft.com/office/drawing/2014/main" id="{8EFFF109-FC58-4FD3-BE05-9775A1310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14166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508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0" name="Freeform: Shape 19">
            <a:extLst>
              <a:ext uri="{FF2B5EF4-FFF2-40B4-BE49-F238E27FC236}">
                <a16:creationId xmlns:a16="http://schemas.microsoft.com/office/drawing/2014/main" id="{E1B96AD6-92A9-4273-A62B-96A1C3E0BA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08608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344" y="1161288"/>
            <a:ext cx="2702052" cy="4526280"/>
          </a:xfrm>
        </p:spPr>
        <p:txBody>
          <a:bodyPr>
            <a:normAutofit/>
          </a:bodyPr>
          <a:lstStyle/>
          <a:p>
            <a:r>
              <a:rPr lang="en-US" sz="3500"/>
              <a:t>Who is a Data Engineer?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102049"/>
            <a:ext cx="96012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75611" y="932688"/>
            <a:ext cx="4437453" cy="4992624"/>
          </a:xfrm>
        </p:spPr>
        <p:txBody>
          <a:bodyPr anchor="ctr">
            <a:normAutofit/>
          </a:bodyPr>
          <a:lstStyle/>
          <a:p>
            <a:r>
              <a:rPr lang="en-US" sz="1700"/>
              <a:t>Designs and maintains data pipelines</a:t>
            </a:r>
          </a:p>
          <a:p>
            <a:r>
              <a:rPr lang="en-US" sz="1700"/>
              <a:t>Moves data from source systems into usable business systems</a:t>
            </a:r>
          </a:p>
          <a:p>
            <a:r>
              <a:rPr lang="en-US" sz="1700"/>
              <a:t>Ensures data is accurate, available, and scalable</a:t>
            </a:r>
          </a:p>
          <a:p>
            <a:r>
              <a:rPr lang="en-US" sz="1700"/>
              <a:t>Works closely with analysts, scientists, and product teams</a:t>
            </a:r>
          </a:p>
          <a:p>
            <a:r>
              <a:rPr lang="en-US" sz="1700"/>
              <a:t>Example: Moving sales data from POS systems into dashboards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254E9E-0157-2880-2011-33DD2C997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63521" y="6356350"/>
            <a:ext cx="751828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1FF6DA9-008F-8B48-92A6-B652298478BF}" type="slidenum"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3</a:t>
            </a:fld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A869FA3-F154-FDE6-717A-1BAA5A32FB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3622" y="6319009"/>
            <a:ext cx="1213311" cy="52870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256032"/>
            <a:ext cx="7879842" cy="1014984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nn-NO" sz="3100"/>
              <a:t>Data Engineer vs Data Analyst vs Data Scientist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9464" y="1634502"/>
            <a:ext cx="7838694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630936" y="1538176"/>
            <a:ext cx="1405092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54D10F-705F-4A61-201F-A1D242FE8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654940" y="6356350"/>
            <a:ext cx="1858124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1FF6DA9-008F-8B48-92A6-B652298478BF}" type="slidenum"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4</a:t>
            </a:fld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96225AF-DD69-500D-AFBE-17636D208A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2571" y="6306542"/>
            <a:ext cx="1213311" cy="528705"/>
          </a:xfrm>
          <a:prstGeom prst="rect">
            <a:avLst/>
          </a:prstGeom>
        </p:spPr>
      </p:pic>
      <p:graphicFrame>
        <p:nvGraphicFramePr>
          <p:cNvPr id="9" name="Content Placeholder 2">
            <a:extLst>
              <a:ext uri="{FF2B5EF4-FFF2-40B4-BE49-F238E27FC236}">
                <a16:creationId xmlns:a16="http://schemas.microsoft.com/office/drawing/2014/main" id="{368F3627-964F-2E92-8149-22CB5538AA8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50037563"/>
              </p:ext>
            </p:extLst>
          </p:nvPr>
        </p:nvGraphicFramePr>
        <p:xfrm>
          <a:off x="628650" y="1926266"/>
          <a:ext cx="78867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545" y="1070800"/>
            <a:ext cx="2954766" cy="5583126"/>
          </a:xfrm>
        </p:spPr>
        <p:txBody>
          <a:bodyPr>
            <a:normAutofit/>
          </a:bodyPr>
          <a:lstStyle/>
          <a:p>
            <a:pPr algn="r"/>
            <a:r>
              <a:rPr lang="en-US" sz="6000"/>
              <a:t>Scenario Example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811FB0-5369-D6A4-91CE-5CE0A4AE4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320400"/>
            <a:ext cx="20574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1FF6DA9-008F-8B48-92A6-B652298478BF}" type="slidenum">
              <a:rPr lang="en-US">
                <a:solidFill>
                  <a:schemeClr val="tx1">
                    <a:alpha val="60000"/>
                  </a:schemeClr>
                </a:solidFill>
              </a:rPr>
              <a:pPr>
                <a:spcAft>
                  <a:spcPts val="600"/>
                </a:spcAft>
              </a:pPr>
              <a:t>5</a:t>
            </a:fld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BAF6E046-1AEB-91C3-D7B3-9BB7DA8C050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74830644"/>
              </p:ext>
            </p:extLst>
          </p:nvPr>
        </p:nvGraphicFramePr>
        <p:xfrm>
          <a:off x="3831401" y="817881"/>
          <a:ext cx="4683949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11A59388-E149-C033-4641-F44FE1CCEC2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39898" y="6302798"/>
            <a:ext cx="1213311" cy="52870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F6F39C2-8746-4599-843B-CED156C408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5D714AD-9E94-4752-AA45-D4B0EAAB52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4652"/>
            <a:ext cx="3333122" cy="6323347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558" y="767258"/>
            <a:ext cx="2407001" cy="5323484"/>
          </a:xfrm>
        </p:spPr>
        <p:txBody>
          <a:bodyPr>
            <a:normAutofit/>
          </a:bodyPr>
          <a:lstStyle/>
          <a:p>
            <a:r>
              <a:rPr lang="en-US" sz="2400">
                <a:solidFill>
                  <a:schemeClr val="bg1"/>
                </a:solidFill>
              </a:rPr>
              <a:t>OLTP vs OLAP Systems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FF89E09-42FB-4694-96E4-95652B1D83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19882" y="3404998"/>
            <a:ext cx="6858002" cy="48006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5D3C032-881F-4579-A4BF-0FA966E9F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70645"/>
            <a:ext cx="9144000" cy="64008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E105BB-02F0-0947-5B09-309E9DFDE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1FF6DA9-008F-8B48-92A6-B652298478BF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422ED2D4-7D87-2A37-EB7F-328F40E7C7B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98052588"/>
              </p:ext>
            </p:extLst>
          </p:nvPr>
        </p:nvGraphicFramePr>
        <p:xfrm>
          <a:off x="3932187" y="1005298"/>
          <a:ext cx="4817176" cy="50854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8F5D2402-473D-C0C7-80DB-9FCD6AE4AE4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02571" y="6306542"/>
            <a:ext cx="1213311" cy="52870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5" name="Rectangle 74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Data Lifecycle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9442E2-3E4B-F0FF-0E51-FE04F6D12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78240" y="6455664"/>
            <a:ext cx="336042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1FF6DA9-008F-8B48-92A6-B652298478BF}" type="slidenum"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7</a:t>
            </a:fld>
            <a:endParaRPr lang="en-US" sz="10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12CE6A29-91A4-37CA-B4CD-5595E20B4FE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41260256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E9B5B420-DBEE-06CA-5C99-B29CE6E9627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64929" y="6306542"/>
            <a:ext cx="1213311" cy="52870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6B92FAF7-0AD3-4B47-9111-D0E9CD79E2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D6A77139-BADB-4B2C-BD41-B67A4D37D7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891644" y="2227167"/>
            <a:ext cx="3252126" cy="4630834"/>
            <a:chOff x="7855526" y="2145638"/>
            <a:chExt cx="4336168" cy="4630834"/>
          </a:xfrm>
          <a:gradFill>
            <a:gsLst>
              <a:gs pos="2000">
                <a:schemeClr val="bg1">
                  <a:alpha val="10000"/>
                </a:schemeClr>
              </a:gs>
              <a:gs pos="16000">
                <a:schemeClr val="accent6">
                  <a:alpha val="10000"/>
                </a:schemeClr>
              </a:gs>
              <a:gs pos="100000">
                <a:schemeClr val="bg1">
                  <a:alpha val="10000"/>
                </a:schemeClr>
              </a:gs>
              <a:gs pos="85000">
                <a:schemeClr val="accent1">
                  <a:alpha val="10000"/>
                </a:schemeClr>
              </a:gs>
            </a:gsLst>
            <a:lin ang="12000000" scaled="0"/>
          </a:gradFill>
        </p:grpSpPr>
        <p:sp useBgFill="1">
          <p:nvSpPr>
            <p:cNvPr id="39" name="Freeform: Shape 38">
              <a:extLst>
                <a:ext uri="{FF2B5EF4-FFF2-40B4-BE49-F238E27FC236}">
                  <a16:creationId xmlns:a16="http://schemas.microsoft.com/office/drawing/2014/main" id="{DAC7B25D-E1A6-459A-B45A-1912B0CD95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75903" y="2463723"/>
              <a:ext cx="4315791" cy="4312749"/>
            </a:xfrm>
            <a:custGeom>
              <a:avLst/>
              <a:gdLst>
                <a:gd name="connsiteX0" fmla="*/ 2987009 w 4315791"/>
                <a:gd name="connsiteY0" fmla="*/ 0 h 4312749"/>
                <a:gd name="connsiteX1" fmla="*/ 4136908 w 4315791"/>
                <a:gd name="connsiteY1" fmla="*/ 333995 h 4312749"/>
                <a:gd name="connsiteX2" fmla="*/ 4315791 w 4315791"/>
                <a:gd name="connsiteY2" fmla="*/ 445229 h 4312749"/>
                <a:gd name="connsiteX3" fmla="*/ 4315791 w 4315791"/>
                <a:gd name="connsiteY3" fmla="*/ 1208150 h 4312749"/>
                <a:gd name="connsiteX4" fmla="*/ 4145996 w 4315791"/>
                <a:gd name="connsiteY4" fmla="*/ 1085198 h 4312749"/>
                <a:gd name="connsiteX5" fmla="*/ 3631470 w 4315791"/>
                <a:gd name="connsiteY5" fmla="*/ 767158 h 4312749"/>
                <a:gd name="connsiteX6" fmla="*/ 2987009 w 4315791"/>
                <a:gd name="connsiteY6" fmla="*/ 611504 h 4312749"/>
                <a:gd name="connsiteX7" fmla="*/ 1985110 w 4315791"/>
                <a:gd name="connsiteY7" fmla="*/ 855943 h 4312749"/>
                <a:gd name="connsiteX8" fmla="*/ 1223061 w 4315791"/>
                <a:gd name="connsiteY8" fmla="*/ 1585590 h 4312749"/>
                <a:gd name="connsiteX9" fmla="*/ 1023311 w 4315791"/>
                <a:gd name="connsiteY9" fmla="*/ 1849089 h 4312749"/>
                <a:gd name="connsiteX10" fmla="*/ 652067 w 4315791"/>
                <a:gd name="connsiteY10" fmla="*/ 2610233 h 4312749"/>
                <a:gd name="connsiteX11" fmla="*/ 876921 w 4315791"/>
                <a:gd name="connsiteY11" fmla="*/ 3447930 h 4312749"/>
                <a:gd name="connsiteX12" fmla="*/ 1504428 w 4315791"/>
                <a:gd name="connsiteY12" fmla="*/ 4177169 h 4312749"/>
                <a:gd name="connsiteX13" fmla="*/ 1689053 w 4315791"/>
                <a:gd name="connsiteY13" fmla="*/ 4312749 h 4312749"/>
                <a:gd name="connsiteX14" fmla="*/ 729636 w 4315791"/>
                <a:gd name="connsiteY14" fmla="*/ 4312749 h 4312749"/>
                <a:gd name="connsiteX15" fmla="*/ 638463 w 4315791"/>
                <a:gd name="connsiteY15" fmla="*/ 4216521 h 4312749"/>
                <a:gd name="connsiteX16" fmla="*/ 0 w 4315791"/>
                <a:gd name="connsiteY16" fmla="*/ 2610335 h 4312749"/>
                <a:gd name="connsiteX17" fmla="*/ 683474 w 4315791"/>
                <a:gd name="connsiteY17" fmla="*/ 1242376 h 4312749"/>
                <a:gd name="connsiteX18" fmla="*/ 2987009 w 4315791"/>
                <a:gd name="connsiteY18" fmla="*/ 0 h 4312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315791" h="4312749">
                  <a:moveTo>
                    <a:pt x="2987009" y="0"/>
                  </a:moveTo>
                  <a:cubicBezTo>
                    <a:pt x="3434423" y="0"/>
                    <a:pt x="3798884" y="137413"/>
                    <a:pt x="4136908" y="333995"/>
                  </a:cubicBezTo>
                  <a:lnTo>
                    <a:pt x="4315791" y="445229"/>
                  </a:lnTo>
                  <a:lnTo>
                    <a:pt x="4315791" y="1208150"/>
                  </a:lnTo>
                  <a:lnTo>
                    <a:pt x="4145996" y="1085198"/>
                  </a:lnTo>
                  <a:cubicBezTo>
                    <a:pt x="3968282" y="958859"/>
                    <a:pt x="3800518" y="848961"/>
                    <a:pt x="3631470" y="767158"/>
                  </a:cubicBezTo>
                  <a:cubicBezTo>
                    <a:pt x="3411941" y="660943"/>
                    <a:pt x="3207191" y="611504"/>
                    <a:pt x="2987009" y="611504"/>
                  </a:cubicBezTo>
                  <a:cubicBezTo>
                    <a:pt x="2599030" y="611504"/>
                    <a:pt x="2271258" y="691421"/>
                    <a:pt x="1985110" y="855943"/>
                  </a:cubicBezTo>
                  <a:cubicBezTo>
                    <a:pt x="1715153" y="1011087"/>
                    <a:pt x="1465955" y="1249819"/>
                    <a:pt x="1223061" y="1585590"/>
                  </a:cubicBezTo>
                  <a:cubicBezTo>
                    <a:pt x="1154375" y="1680490"/>
                    <a:pt x="1087756" y="1766217"/>
                    <a:pt x="1023311" y="1849089"/>
                  </a:cubicBezTo>
                  <a:cubicBezTo>
                    <a:pt x="765853" y="2180172"/>
                    <a:pt x="652067" y="2338069"/>
                    <a:pt x="652067" y="2610233"/>
                  </a:cubicBezTo>
                  <a:cubicBezTo>
                    <a:pt x="652067" y="2895038"/>
                    <a:pt x="727707" y="3176887"/>
                    <a:pt x="876921" y="3447930"/>
                  </a:cubicBezTo>
                  <a:cubicBezTo>
                    <a:pt x="1022224" y="3711838"/>
                    <a:pt x="1239145" y="3964023"/>
                    <a:pt x="1504428" y="4177169"/>
                  </a:cubicBezTo>
                  <a:lnTo>
                    <a:pt x="1689053" y="4312749"/>
                  </a:lnTo>
                  <a:lnTo>
                    <a:pt x="729636" y="4312749"/>
                  </a:lnTo>
                  <a:lnTo>
                    <a:pt x="638463" y="4216521"/>
                  </a:lnTo>
                  <a:cubicBezTo>
                    <a:pt x="243716" y="3758034"/>
                    <a:pt x="0" y="3205314"/>
                    <a:pt x="0" y="2610335"/>
                  </a:cubicBezTo>
                  <a:cubicBezTo>
                    <a:pt x="0" y="2015344"/>
                    <a:pt x="351790" y="1700877"/>
                    <a:pt x="683474" y="1242376"/>
                  </a:cubicBezTo>
                  <a:cubicBezTo>
                    <a:pt x="1236211" y="478174"/>
                    <a:pt x="1925445" y="0"/>
                    <a:pt x="29870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 useBgFill="1">
          <p:nvSpPr>
            <p:cNvPr id="40" name="Freeform: Shape 39">
              <a:extLst>
                <a:ext uri="{FF2B5EF4-FFF2-40B4-BE49-F238E27FC236}">
                  <a16:creationId xmlns:a16="http://schemas.microsoft.com/office/drawing/2014/main" id="{920A7C7E-00F6-490C-A8E7-5167EA6A4B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75903" y="2463723"/>
              <a:ext cx="4315791" cy="4312749"/>
            </a:xfrm>
            <a:custGeom>
              <a:avLst/>
              <a:gdLst>
                <a:gd name="connsiteX0" fmla="*/ 2987009 w 4315791"/>
                <a:gd name="connsiteY0" fmla="*/ 0 h 4312749"/>
                <a:gd name="connsiteX1" fmla="*/ 4136908 w 4315791"/>
                <a:gd name="connsiteY1" fmla="*/ 333995 h 4312749"/>
                <a:gd name="connsiteX2" fmla="*/ 4315791 w 4315791"/>
                <a:gd name="connsiteY2" fmla="*/ 445229 h 4312749"/>
                <a:gd name="connsiteX3" fmla="*/ 4315791 w 4315791"/>
                <a:gd name="connsiteY3" fmla="*/ 1079495 h 4312749"/>
                <a:gd name="connsiteX4" fmla="*/ 4206793 w 4315791"/>
                <a:gd name="connsiteY4" fmla="*/ 1000737 h 4312749"/>
                <a:gd name="connsiteX5" fmla="*/ 2987119 w 4315791"/>
                <a:gd name="connsiteY5" fmla="*/ 509571 h 4312749"/>
                <a:gd name="connsiteX6" fmla="*/ 1133184 w 4315791"/>
                <a:gd name="connsiteY6" fmla="*/ 1528405 h 4312749"/>
                <a:gd name="connsiteX7" fmla="*/ 935607 w 4315791"/>
                <a:gd name="connsiteY7" fmla="*/ 1789050 h 4312749"/>
                <a:gd name="connsiteX8" fmla="*/ 543498 w 4315791"/>
                <a:gd name="connsiteY8" fmla="*/ 2610233 h 4312749"/>
                <a:gd name="connsiteX9" fmla="*/ 780416 w 4315791"/>
                <a:gd name="connsiteY9" fmla="*/ 3494616 h 4312749"/>
                <a:gd name="connsiteX10" fmla="*/ 1433786 w 4315791"/>
                <a:gd name="connsiteY10" fmla="*/ 4254537 h 4312749"/>
                <a:gd name="connsiteX11" fmla="*/ 1513041 w 4315791"/>
                <a:gd name="connsiteY11" fmla="*/ 4312749 h 4312749"/>
                <a:gd name="connsiteX12" fmla="*/ 729636 w 4315791"/>
                <a:gd name="connsiteY12" fmla="*/ 4312749 h 4312749"/>
                <a:gd name="connsiteX13" fmla="*/ 638463 w 4315791"/>
                <a:gd name="connsiteY13" fmla="*/ 4216521 h 4312749"/>
                <a:gd name="connsiteX14" fmla="*/ 0 w 4315791"/>
                <a:gd name="connsiteY14" fmla="*/ 2610335 h 4312749"/>
                <a:gd name="connsiteX15" fmla="*/ 683474 w 4315791"/>
                <a:gd name="connsiteY15" fmla="*/ 1242376 h 4312749"/>
                <a:gd name="connsiteX16" fmla="*/ 2987009 w 4315791"/>
                <a:gd name="connsiteY16" fmla="*/ 0 h 4312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315791" h="4312749">
                  <a:moveTo>
                    <a:pt x="2987009" y="0"/>
                  </a:moveTo>
                  <a:cubicBezTo>
                    <a:pt x="3434423" y="0"/>
                    <a:pt x="3798884" y="137413"/>
                    <a:pt x="4136908" y="333995"/>
                  </a:cubicBezTo>
                  <a:lnTo>
                    <a:pt x="4315791" y="445229"/>
                  </a:lnTo>
                  <a:lnTo>
                    <a:pt x="4315791" y="1079495"/>
                  </a:lnTo>
                  <a:lnTo>
                    <a:pt x="4206793" y="1000737"/>
                  </a:lnTo>
                  <a:cubicBezTo>
                    <a:pt x="3781561" y="699607"/>
                    <a:pt x="3436718" y="509571"/>
                    <a:pt x="2987119" y="509571"/>
                  </a:cubicBezTo>
                  <a:cubicBezTo>
                    <a:pt x="2204204" y="509571"/>
                    <a:pt x="1649730" y="814251"/>
                    <a:pt x="1133184" y="1528405"/>
                  </a:cubicBezTo>
                  <a:cubicBezTo>
                    <a:pt x="1065585" y="1621878"/>
                    <a:pt x="999510" y="1706892"/>
                    <a:pt x="935607" y="1789050"/>
                  </a:cubicBezTo>
                  <a:cubicBezTo>
                    <a:pt x="670760" y="2129716"/>
                    <a:pt x="543498" y="2306877"/>
                    <a:pt x="543498" y="2610233"/>
                  </a:cubicBezTo>
                  <a:cubicBezTo>
                    <a:pt x="543498" y="2911449"/>
                    <a:pt x="623267" y="3208997"/>
                    <a:pt x="780416" y="3494616"/>
                  </a:cubicBezTo>
                  <a:cubicBezTo>
                    <a:pt x="934194" y="3774018"/>
                    <a:pt x="1154050" y="4029772"/>
                    <a:pt x="1433786" y="4254537"/>
                  </a:cubicBezTo>
                  <a:lnTo>
                    <a:pt x="1513041" y="4312749"/>
                  </a:lnTo>
                  <a:lnTo>
                    <a:pt x="729636" y="4312749"/>
                  </a:lnTo>
                  <a:lnTo>
                    <a:pt x="638463" y="4216521"/>
                  </a:lnTo>
                  <a:cubicBezTo>
                    <a:pt x="243716" y="3758034"/>
                    <a:pt x="0" y="3205314"/>
                    <a:pt x="0" y="2610335"/>
                  </a:cubicBezTo>
                  <a:cubicBezTo>
                    <a:pt x="0" y="2015344"/>
                    <a:pt x="351790" y="1700877"/>
                    <a:pt x="683474" y="1242376"/>
                  </a:cubicBezTo>
                  <a:cubicBezTo>
                    <a:pt x="1236211" y="478174"/>
                    <a:pt x="1925445" y="0"/>
                    <a:pt x="29870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 useBgFill="1">
          <p:nvSpPr>
            <p:cNvPr id="41" name="Freeform: Shape 40">
              <a:extLst>
                <a:ext uri="{FF2B5EF4-FFF2-40B4-BE49-F238E27FC236}">
                  <a16:creationId xmlns:a16="http://schemas.microsoft.com/office/drawing/2014/main" id="{2E166FC5-8F23-41C3-879A-BFF8D5B705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77037" y="2411531"/>
              <a:ext cx="4314657" cy="4364939"/>
            </a:xfrm>
            <a:custGeom>
              <a:avLst/>
              <a:gdLst>
                <a:gd name="connsiteX0" fmla="*/ 3028307 w 4314657"/>
                <a:gd name="connsiteY0" fmla="*/ 21 h 4364939"/>
                <a:gd name="connsiteX1" fmla="*/ 3066670 w 4314657"/>
                <a:gd name="connsiteY1" fmla="*/ 836 h 4364939"/>
                <a:gd name="connsiteX2" fmla="*/ 3220125 w 4314657"/>
                <a:gd name="connsiteY2" fmla="*/ 9909 h 4364939"/>
                <a:gd name="connsiteX3" fmla="*/ 3816113 w 4314657"/>
                <a:gd name="connsiteY3" fmla="*/ 150272 h 4364939"/>
                <a:gd name="connsiteX4" fmla="*/ 4089981 w 4314657"/>
                <a:gd name="connsiteY4" fmla="*/ 272287 h 4364939"/>
                <a:gd name="connsiteX5" fmla="*/ 4314657 w 4314657"/>
                <a:gd name="connsiteY5" fmla="*/ 398926 h 4364939"/>
                <a:gd name="connsiteX6" fmla="*/ 4314657 w 4314657"/>
                <a:gd name="connsiteY6" fmla="*/ 911199 h 4364939"/>
                <a:gd name="connsiteX7" fmla="*/ 4310597 w 4314657"/>
                <a:gd name="connsiteY7" fmla="*/ 908154 h 4364939"/>
                <a:gd name="connsiteX8" fmla="*/ 4203223 w 4314657"/>
                <a:gd name="connsiteY8" fmla="*/ 829562 h 4364939"/>
                <a:gd name="connsiteX9" fmla="*/ 4095850 w 4314657"/>
                <a:gd name="connsiteY9" fmla="*/ 753520 h 4364939"/>
                <a:gd name="connsiteX10" fmla="*/ 3652987 w 4314657"/>
                <a:gd name="connsiteY10" fmla="*/ 494811 h 4364939"/>
                <a:gd name="connsiteX11" fmla="*/ 3173610 w 4314657"/>
                <a:gd name="connsiteY11" fmla="*/ 347209 h 4364939"/>
                <a:gd name="connsiteX12" fmla="*/ 3047760 w 4314657"/>
                <a:gd name="connsiteY12" fmla="*/ 332632 h 4364939"/>
                <a:gd name="connsiteX13" fmla="*/ 3016027 w 4314657"/>
                <a:gd name="connsiteY13" fmla="*/ 330186 h 4364939"/>
                <a:gd name="connsiteX14" fmla="*/ 2984184 w 4314657"/>
                <a:gd name="connsiteY14" fmla="*/ 328658 h 4364939"/>
                <a:gd name="connsiteX15" fmla="*/ 2952233 w 4314657"/>
                <a:gd name="connsiteY15" fmla="*/ 327332 h 4364939"/>
                <a:gd name="connsiteX16" fmla="*/ 2919085 w 4314657"/>
                <a:gd name="connsiteY16" fmla="*/ 327026 h 4364939"/>
                <a:gd name="connsiteX17" fmla="*/ 2852901 w 4314657"/>
                <a:gd name="connsiteY17" fmla="*/ 326720 h 4364939"/>
                <a:gd name="connsiteX18" fmla="*/ 2786826 w 4314657"/>
                <a:gd name="connsiteY18" fmla="*/ 328148 h 4364939"/>
                <a:gd name="connsiteX19" fmla="*/ 2720965 w 4314657"/>
                <a:gd name="connsiteY19" fmla="*/ 331409 h 4364939"/>
                <a:gd name="connsiteX20" fmla="*/ 2655325 w 4314657"/>
                <a:gd name="connsiteY20" fmla="*/ 336098 h 4364939"/>
                <a:gd name="connsiteX21" fmla="*/ 2524803 w 4314657"/>
                <a:gd name="connsiteY21" fmla="*/ 350573 h 4364939"/>
                <a:gd name="connsiteX22" fmla="*/ 2460139 w 4314657"/>
                <a:gd name="connsiteY22" fmla="*/ 360664 h 4364939"/>
                <a:gd name="connsiteX23" fmla="*/ 2396019 w 4314657"/>
                <a:gd name="connsiteY23" fmla="*/ 372693 h 4364939"/>
                <a:gd name="connsiteX24" fmla="*/ 2145843 w 4314657"/>
                <a:gd name="connsiteY24" fmla="*/ 440989 h 4364939"/>
                <a:gd name="connsiteX25" fmla="*/ 1698635 w 4314657"/>
                <a:gd name="connsiteY25" fmla="*/ 682676 h 4364939"/>
                <a:gd name="connsiteX26" fmla="*/ 1498450 w 4314657"/>
                <a:gd name="connsiteY26" fmla="*/ 835474 h 4364939"/>
                <a:gd name="connsiteX27" fmla="*/ 1307285 w 4314657"/>
                <a:gd name="connsiteY27" fmla="*/ 1001220 h 4364939"/>
                <a:gd name="connsiteX28" fmla="*/ 947780 w 4314657"/>
                <a:gd name="connsiteY28" fmla="*/ 1369612 h 4364939"/>
                <a:gd name="connsiteX29" fmla="*/ 905939 w 4314657"/>
                <a:gd name="connsiteY29" fmla="*/ 1419458 h 4364939"/>
                <a:gd name="connsiteX30" fmla="*/ 863228 w 4314657"/>
                <a:gd name="connsiteY30" fmla="*/ 1471545 h 4364939"/>
                <a:gd name="connsiteX31" fmla="*/ 774330 w 4314657"/>
                <a:gd name="connsiteY31" fmla="*/ 1577659 h 4364939"/>
                <a:gd name="connsiteX32" fmla="*/ 595554 w 4314657"/>
                <a:gd name="connsiteY32" fmla="*/ 1780916 h 4364939"/>
                <a:gd name="connsiteX33" fmla="*/ 430365 w 4314657"/>
                <a:gd name="connsiteY33" fmla="*/ 1982644 h 4364939"/>
                <a:gd name="connsiteX34" fmla="*/ 358855 w 4314657"/>
                <a:gd name="connsiteY34" fmla="*/ 2087025 h 4364939"/>
                <a:gd name="connsiteX35" fmla="*/ 296583 w 4314657"/>
                <a:gd name="connsiteY35" fmla="*/ 2194872 h 4364939"/>
                <a:gd name="connsiteX36" fmla="*/ 207358 w 4314657"/>
                <a:gd name="connsiteY36" fmla="*/ 2423918 h 4364939"/>
                <a:gd name="connsiteX37" fmla="*/ 177146 w 4314657"/>
                <a:gd name="connsiteY37" fmla="*/ 2668765 h 4364939"/>
                <a:gd name="connsiteX38" fmla="*/ 248763 w 4314657"/>
                <a:gd name="connsiteY38" fmla="*/ 3168854 h 4364939"/>
                <a:gd name="connsiteX39" fmla="*/ 445688 w 4314657"/>
                <a:gd name="connsiteY39" fmla="*/ 3637956 h 4364939"/>
                <a:gd name="connsiteX40" fmla="*/ 735859 w 4314657"/>
                <a:gd name="connsiteY40" fmla="*/ 4062310 h 4364939"/>
                <a:gd name="connsiteX41" fmla="*/ 910884 w 4314657"/>
                <a:gd name="connsiteY41" fmla="*/ 4254366 h 4364939"/>
                <a:gd name="connsiteX42" fmla="*/ 1030507 w 4314657"/>
                <a:gd name="connsiteY42" fmla="*/ 4364939 h 4364939"/>
                <a:gd name="connsiteX43" fmla="*/ 676755 w 4314657"/>
                <a:gd name="connsiteY43" fmla="*/ 4364939 h 4364939"/>
                <a:gd name="connsiteX44" fmla="*/ 538105 w 4314657"/>
                <a:gd name="connsiteY44" fmla="*/ 4202315 h 4364939"/>
                <a:gd name="connsiteX45" fmla="*/ 241592 w 4314657"/>
                <a:gd name="connsiteY45" fmla="*/ 3731226 h 4364939"/>
                <a:gd name="connsiteX46" fmla="*/ 60317 w 4314657"/>
                <a:gd name="connsiteY46" fmla="*/ 3211362 h 4364939"/>
                <a:gd name="connsiteX47" fmla="*/ 0 w 4314657"/>
                <a:gd name="connsiteY47" fmla="*/ 2668765 h 4364939"/>
                <a:gd name="connsiteX48" fmla="*/ 21736 w 4314657"/>
                <a:gd name="connsiteY48" fmla="*/ 2390280 h 4364939"/>
                <a:gd name="connsiteX49" fmla="*/ 27605 w 4314657"/>
                <a:gd name="connsiteY49" fmla="*/ 2355521 h 4364939"/>
                <a:gd name="connsiteX50" fmla="*/ 34669 w 4314657"/>
                <a:gd name="connsiteY50" fmla="*/ 2320862 h 4364939"/>
                <a:gd name="connsiteX51" fmla="*/ 50753 w 4314657"/>
                <a:gd name="connsiteY51" fmla="*/ 2251750 h 4364939"/>
                <a:gd name="connsiteX52" fmla="*/ 93899 w 4314657"/>
                <a:gd name="connsiteY52" fmla="*/ 2116179 h 4364939"/>
                <a:gd name="connsiteX53" fmla="*/ 150194 w 4314657"/>
                <a:gd name="connsiteY53" fmla="*/ 1985498 h 4364939"/>
                <a:gd name="connsiteX54" fmla="*/ 216486 w 4314657"/>
                <a:gd name="connsiteY54" fmla="*/ 1860628 h 4364939"/>
                <a:gd name="connsiteX55" fmla="*/ 363527 w 4314657"/>
                <a:gd name="connsiteY55" fmla="*/ 1625058 h 4364939"/>
                <a:gd name="connsiteX56" fmla="*/ 514155 w 4314657"/>
                <a:gd name="connsiteY56" fmla="*/ 1402231 h 4364939"/>
                <a:gd name="connsiteX57" fmla="*/ 586861 w 4314657"/>
                <a:gd name="connsiteY57" fmla="*/ 1293160 h 4364939"/>
                <a:gd name="connsiteX58" fmla="*/ 623702 w 4314657"/>
                <a:gd name="connsiteY58" fmla="*/ 1236892 h 4364939"/>
                <a:gd name="connsiteX59" fmla="*/ 662283 w 4314657"/>
                <a:gd name="connsiteY59" fmla="*/ 1178892 h 4364939"/>
                <a:gd name="connsiteX60" fmla="*/ 827364 w 4314657"/>
                <a:gd name="connsiteY60" fmla="*/ 951170 h 4364939"/>
                <a:gd name="connsiteX61" fmla="*/ 1016355 w 4314657"/>
                <a:gd name="connsiteY61" fmla="*/ 736089 h 4364939"/>
                <a:gd name="connsiteX62" fmla="*/ 1482474 w 4314657"/>
                <a:gd name="connsiteY62" fmla="*/ 378707 h 4364939"/>
                <a:gd name="connsiteX63" fmla="*/ 2035644 w 4314657"/>
                <a:gd name="connsiteY63" fmla="*/ 149151 h 4364939"/>
                <a:gd name="connsiteX64" fmla="*/ 2324619 w 4314657"/>
                <a:gd name="connsiteY64" fmla="*/ 72802 h 4364939"/>
                <a:gd name="connsiteX65" fmla="*/ 2618809 w 4314657"/>
                <a:gd name="connsiteY65" fmla="*/ 24078 h 4364939"/>
                <a:gd name="connsiteX66" fmla="*/ 2914849 w 4314657"/>
                <a:gd name="connsiteY66" fmla="*/ 1957 h 4364939"/>
                <a:gd name="connsiteX67" fmla="*/ 2951907 w 4314657"/>
                <a:gd name="connsiteY67" fmla="*/ 633 h 4364939"/>
                <a:gd name="connsiteX68" fmla="*/ 2990052 w 4314657"/>
                <a:gd name="connsiteY68" fmla="*/ 224 h 4364939"/>
                <a:gd name="connsiteX69" fmla="*/ 3028307 w 4314657"/>
                <a:gd name="connsiteY69" fmla="*/ 21 h 4364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314657" h="4364939">
                  <a:moveTo>
                    <a:pt x="3028307" y="21"/>
                  </a:moveTo>
                  <a:lnTo>
                    <a:pt x="3066670" y="836"/>
                  </a:lnTo>
                  <a:cubicBezTo>
                    <a:pt x="3117749" y="1856"/>
                    <a:pt x="3168937" y="5320"/>
                    <a:pt x="3220125" y="9909"/>
                  </a:cubicBezTo>
                  <a:cubicBezTo>
                    <a:pt x="3424763" y="29073"/>
                    <a:pt x="3627448" y="77898"/>
                    <a:pt x="3816113" y="150272"/>
                  </a:cubicBezTo>
                  <a:cubicBezTo>
                    <a:pt x="3910880" y="185950"/>
                    <a:pt x="4001951" y="227538"/>
                    <a:pt x="4089981" y="272287"/>
                  </a:cubicBezTo>
                  <a:lnTo>
                    <a:pt x="4314657" y="398926"/>
                  </a:lnTo>
                  <a:lnTo>
                    <a:pt x="4314657" y="911199"/>
                  </a:lnTo>
                  <a:lnTo>
                    <a:pt x="4310597" y="908154"/>
                  </a:lnTo>
                  <a:cubicBezTo>
                    <a:pt x="4274842" y="881549"/>
                    <a:pt x="4239087" y="855352"/>
                    <a:pt x="4203223" y="829562"/>
                  </a:cubicBezTo>
                  <a:cubicBezTo>
                    <a:pt x="4167576" y="803773"/>
                    <a:pt x="4131821" y="778086"/>
                    <a:pt x="4095850" y="753520"/>
                  </a:cubicBezTo>
                  <a:cubicBezTo>
                    <a:pt x="3951852" y="654949"/>
                    <a:pt x="3806115" y="565043"/>
                    <a:pt x="3652987" y="494811"/>
                  </a:cubicBezTo>
                  <a:cubicBezTo>
                    <a:pt x="3500404" y="423761"/>
                    <a:pt x="3340213" y="373101"/>
                    <a:pt x="3173610" y="347209"/>
                  </a:cubicBezTo>
                  <a:cubicBezTo>
                    <a:pt x="3131987" y="341093"/>
                    <a:pt x="3090036" y="335792"/>
                    <a:pt x="3047760" y="332632"/>
                  </a:cubicBezTo>
                  <a:lnTo>
                    <a:pt x="3016027" y="330186"/>
                  </a:lnTo>
                  <a:cubicBezTo>
                    <a:pt x="3005485" y="329472"/>
                    <a:pt x="2994834" y="329168"/>
                    <a:pt x="2984184" y="328658"/>
                  </a:cubicBezTo>
                  <a:cubicBezTo>
                    <a:pt x="2973533" y="328249"/>
                    <a:pt x="2962992" y="327638"/>
                    <a:pt x="2952233" y="327332"/>
                  </a:cubicBezTo>
                  <a:lnTo>
                    <a:pt x="2919085" y="327026"/>
                  </a:lnTo>
                  <a:cubicBezTo>
                    <a:pt x="2897025" y="326925"/>
                    <a:pt x="2874854" y="326212"/>
                    <a:pt x="2852901" y="326720"/>
                  </a:cubicBezTo>
                  <a:lnTo>
                    <a:pt x="2786826" y="328148"/>
                  </a:lnTo>
                  <a:cubicBezTo>
                    <a:pt x="2764763" y="328759"/>
                    <a:pt x="2742919" y="330391"/>
                    <a:pt x="2720965" y="331409"/>
                  </a:cubicBezTo>
                  <a:cubicBezTo>
                    <a:pt x="2699013" y="332326"/>
                    <a:pt x="2677170" y="334162"/>
                    <a:pt x="2655325" y="336098"/>
                  </a:cubicBezTo>
                  <a:cubicBezTo>
                    <a:pt x="2611528" y="339463"/>
                    <a:pt x="2568165" y="345170"/>
                    <a:pt x="2524803" y="350573"/>
                  </a:cubicBezTo>
                  <a:lnTo>
                    <a:pt x="2460139" y="360664"/>
                  </a:lnTo>
                  <a:cubicBezTo>
                    <a:pt x="2438622" y="364130"/>
                    <a:pt x="2417430" y="368717"/>
                    <a:pt x="2396019" y="372693"/>
                  </a:cubicBezTo>
                  <a:cubicBezTo>
                    <a:pt x="2310709" y="389513"/>
                    <a:pt x="2226809" y="411836"/>
                    <a:pt x="2145843" y="440989"/>
                  </a:cubicBezTo>
                  <a:cubicBezTo>
                    <a:pt x="1983479" y="499295"/>
                    <a:pt x="1835678" y="585838"/>
                    <a:pt x="1698635" y="682676"/>
                  </a:cubicBezTo>
                  <a:cubicBezTo>
                    <a:pt x="1629841" y="730992"/>
                    <a:pt x="1563549" y="782367"/>
                    <a:pt x="1498450" y="835474"/>
                  </a:cubicBezTo>
                  <a:cubicBezTo>
                    <a:pt x="1433352" y="888583"/>
                    <a:pt x="1369775" y="943932"/>
                    <a:pt x="1307285" y="1001220"/>
                  </a:cubicBezTo>
                  <a:cubicBezTo>
                    <a:pt x="1182958" y="1116304"/>
                    <a:pt x="1060588" y="1237708"/>
                    <a:pt x="947780" y="1369612"/>
                  </a:cubicBezTo>
                  <a:cubicBezTo>
                    <a:pt x="933325" y="1385818"/>
                    <a:pt x="919958" y="1402841"/>
                    <a:pt x="905939" y="1419458"/>
                  </a:cubicBezTo>
                  <a:lnTo>
                    <a:pt x="863228" y="1471545"/>
                  </a:lnTo>
                  <a:cubicBezTo>
                    <a:pt x="833776" y="1507529"/>
                    <a:pt x="804215" y="1543001"/>
                    <a:pt x="774330" y="1577659"/>
                  </a:cubicBezTo>
                  <a:cubicBezTo>
                    <a:pt x="714665" y="1647178"/>
                    <a:pt x="653806" y="1714046"/>
                    <a:pt x="595554" y="1780916"/>
                  </a:cubicBezTo>
                  <a:cubicBezTo>
                    <a:pt x="537303" y="1847683"/>
                    <a:pt x="481009" y="1914144"/>
                    <a:pt x="430365" y="1982644"/>
                  </a:cubicBezTo>
                  <a:cubicBezTo>
                    <a:pt x="405369" y="2016995"/>
                    <a:pt x="381351" y="2051756"/>
                    <a:pt x="358855" y="2087025"/>
                  </a:cubicBezTo>
                  <a:cubicBezTo>
                    <a:pt x="336685" y="2122396"/>
                    <a:pt x="315601" y="2158277"/>
                    <a:pt x="296583" y="2194872"/>
                  </a:cubicBezTo>
                  <a:cubicBezTo>
                    <a:pt x="258980" y="2268161"/>
                    <a:pt x="227572" y="2344307"/>
                    <a:pt x="207358" y="2423918"/>
                  </a:cubicBezTo>
                  <a:cubicBezTo>
                    <a:pt x="186817" y="2503426"/>
                    <a:pt x="178124" y="2585790"/>
                    <a:pt x="177146" y="2668765"/>
                  </a:cubicBezTo>
                  <a:cubicBezTo>
                    <a:pt x="177037" y="2837670"/>
                    <a:pt x="201490" y="3006472"/>
                    <a:pt x="248763" y="3168854"/>
                  </a:cubicBezTo>
                  <a:cubicBezTo>
                    <a:pt x="295931" y="3331644"/>
                    <a:pt x="363962" y="3488316"/>
                    <a:pt x="445688" y="3637956"/>
                  </a:cubicBezTo>
                  <a:cubicBezTo>
                    <a:pt x="527413" y="3787697"/>
                    <a:pt x="625115" y="3929794"/>
                    <a:pt x="735859" y="4062310"/>
                  </a:cubicBezTo>
                  <a:cubicBezTo>
                    <a:pt x="791121" y="4128668"/>
                    <a:pt x="849589" y="4192733"/>
                    <a:pt x="910884" y="4254366"/>
                  </a:cubicBezTo>
                  <a:lnTo>
                    <a:pt x="1030507" y="4364939"/>
                  </a:lnTo>
                  <a:lnTo>
                    <a:pt x="676755" y="4364939"/>
                  </a:lnTo>
                  <a:lnTo>
                    <a:pt x="538105" y="4202315"/>
                  </a:lnTo>
                  <a:cubicBezTo>
                    <a:pt x="423518" y="4054791"/>
                    <a:pt x="323372" y="3897379"/>
                    <a:pt x="241592" y="3731226"/>
                  </a:cubicBezTo>
                  <a:cubicBezTo>
                    <a:pt x="160193" y="3565073"/>
                    <a:pt x="99768" y="3389950"/>
                    <a:pt x="60317" y="3211362"/>
                  </a:cubicBezTo>
                  <a:cubicBezTo>
                    <a:pt x="20759" y="3032669"/>
                    <a:pt x="435" y="2850716"/>
                    <a:pt x="0" y="2668765"/>
                  </a:cubicBezTo>
                  <a:cubicBezTo>
                    <a:pt x="0" y="2576309"/>
                    <a:pt x="6413" y="2483039"/>
                    <a:pt x="21736" y="2390280"/>
                  </a:cubicBezTo>
                  <a:lnTo>
                    <a:pt x="27605" y="2355521"/>
                  </a:lnTo>
                  <a:lnTo>
                    <a:pt x="34669" y="2320862"/>
                  </a:lnTo>
                  <a:cubicBezTo>
                    <a:pt x="39343" y="2297723"/>
                    <a:pt x="45102" y="2274686"/>
                    <a:pt x="50753" y="2251750"/>
                  </a:cubicBezTo>
                  <a:cubicBezTo>
                    <a:pt x="62708" y="2205881"/>
                    <a:pt x="77379" y="2160723"/>
                    <a:pt x="93899" y="2116179"/>
                  </a:cubicBezTo>
                  <a:cubicBezTo>
                    <a:pt x="110744" y="2071734"/>
                    <a:pt x="129762" y="2028209"/>
                    <a:pt x="150194" y="1985498"/>
                  </a:cubicBezTo>
                  <a:cubicBezTo>
                    <a:pt x="170734" y="1942890"/>
                    <a:pt x="193229" y="1901402"/>
                    <a:pt x="216486" y="1860628"/>
                  </a:cubicBezTo>
                  <a:cubicBezTo>
                    <a:pt x="263109" y="1779183"/>
                    <a:pt x="312993" y="1701000"/>
                    <a:pt x="363527" y="1625058"/>
                  </a:cubicBezTo>
                  <a:lnTo>
                    <a:pt x="514155" y="1402231"/>
                  </a:lnTo>
                  <a:cubicBezTo>
                    <a:pt x="538825" y="1365636"/>
                    <a:pt x="563277" y="1329551"/>
                    <a:pt x="586861" y="1293160"/>
                  </a:cubicBezTo>
                  <a:lnTo>
                    <a:pt x="623702" y="1236892"/>
                  </a:lnTo>
                  <a:cubicBezTo>
                    <a:pt x="636526" y="1217525"/>
                    <a:pt x="649025" y="1198055"/>
                    <a:pt x="662283" y="1178892"/>
                  </a:cubicBezTo>
                  <a:cubicBezTo>
                    <a:pt x="713905" y="1101523"/>
                    <a:pt x="769222" y="1025786"/>
                    <a:pt x="827364" y="951170"/>
                  </a:cubicBezTo>
                  <a:cubicBezTo>
                    <a:pt x="885834" y="876861"/>
                    <a:pt x="947997" y="804283"/>
                    <a:pt x="1016355" y="736089"/>
                  </a:cubicBezTo>
                  <a:cubicBezTo>
                    <a:pt x="1152311" y="599497"/>
                    <a:pt x="1308047" y="476054"/>
                    <a:pt x="1482474" y="378707"/>
                  </a:cubicBezTo>
                  <a:cubicBezTo>
                    <a:pt x="1656793" y="281156"/>
                    <a:pt x="1845132" y="207966"/>
                    <a:pt x="2035644" y="149151"/>
                  </a:cubicBezTo>
                  <a:cubicBezTo>
                    <a:pt x="2131063" y="119997"/>
                    <a:pt x="2227460" y="94412"/>
                    <a:pt x="2324619" y="72802"/>
                  </a:cubicBezTo>
                  <a:cubicBezTo>
                    <a:pt x="2421885" y="51396"/>
                    <a:pt x="2520239" y="35291"/>
                    <a:pt x="2618809" y="24078"/>
                  </a:cubicBezTo>
                  <a:cubicBezTo>
                    <a:pt x="2717272" y="12252"/>
                    <a:pt x="2816168" y="4914"/>
                    <a:pt x="2914849" y="1957"/>
                  </a:cubicBezTo>
                  <a:lnTo>
                    <a:pt x="2951907" y="633"/>
                  </a:lnTo>
                  <a:lnTo>
                    <a:pt x="2990052" y="224"/>
                  </a:lnTo>
                  <a:cubicBezTo>
                    <a:pt x="3002768" y="224"/>
                    <a:pt x="3015592" y="-81"/>
                    <a:pt x="3028307" y="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 useBgFill="1">
          <p:nvSpPr>
            <p:cNvPr id="42" name="Freeform: Shape 41">
              <a:extLst>
                <a:ext uri="{FF2B5EF4-FFF2-40B4-BE49-F238E27FC236}">
                  <a16:creationId xmlns:a16="http://schemas.microsoft.com/office/drawing/2014/main" id="{5C727C6A-DB0B-482E-B0E4-4F035FC023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55526" y="2145638"/>
              <a:ext cx="4336168" cy="4630833"/>
            </a:xfrm>
            <a:custGeom>
              <a:avLst/>
              <a:gdLst>
                <a:gd name="connsiteX0" fmla="*/ 3053738 w 4336168"/>
                <a:gd name="connsiteY0" fmla="*/ 111 h 4630833"/>
                <a:gd name="connsiteX1" fmla="*/ 3093948 w 4336168"/>
                <a:gd name="connsiteY1" fmla="*/ 316 h 4630833"/>
                <a:gd name="connsiteX2" fmla="*/ 3134268 w 4336168"/>
                <a:gd name="connsiteY2" fmla="*/ 1743 h 4630833"/>
                <a:gd name="connsiteX3" fmla="*/ 3295438 w 4336168"/>
                <a:gd name="connsiteY3" fmla="*/ 13058 h 4630833"/>
                <a:gd name="connsiteX4" fmla="*/ 3918813 w 4336168"/>
                <a:gd name="connsiteY4" fmla="*/ 169935 h 4630833"/>
                <a:gd name="connsiteX5" fmla="*/ 4203331 w 4336168"/>
                <a:gd name="connsiteY5" fmla="*/ 305405 h 4630833"/>
                <a:gd name="connsiteX6" fmla="*/ 4336168 w 4336168"/>
                <a:gd name="connsiteY6" fmla="*/ 386579 h 4630833"/>
                <a:gd name="connsiteX7" fmla="*/ 4336168 w 4336168"/>
                <a:gd name="connsiteY7" fmla="*/ 772673 h 4630833"/>
                <a:gd name="connsiteX8" fmla="*/ 4270820 w 4336168"/>
                <a:gd name="connsiteY8" fmla="*/ 728127 h 4630833"/>
                <a:gd name="connsiteX9" fmla="*/ 4030208 w 4336168"/>
                <a:gd name="connsiteY9" fmla="*/ 587253 h 4630833"/>
                <a:gd name="connsiteX10" fmla="*/ 3781010 w 4336168"/>
                <a:gd name="connsiteY10" fmla="*/ 471455 h 4630833"/>
                <a:gd name="connsiteX11" fmla="*/ 3254466 w 4336168"/>
                <a:gd name="connsiteY11" fmla="*/ 338024 h 4630833"/>
                <a:gd name="connsiteX12" fmla="*/ 3117966 w 4336168"/>
                <a:gd name="connsiteY12" fmla="*/ 326812 h 4630833"/>
                <a:gd name="connsiteX13" fmla="*/ 3083625 w 4336168"/>
                <a:gd name="connsiteY13" fmla="*/ 325179 h 4630833"/>
                <a:gd name="connsiteX14" fmla="*/ 3049173 w 4336168"/>
                <a:gd name="connsiteY14" fmla="*/ 324366 h 4630833"/>
                <a:gd name="connsiteX15" fmla="*/ 2978858 w 4336168"/>
                <a:gd name="connsiteY15" fmla="*/ 323855 h 4630833"/>
                <a:gd name="connsiteX16" fmla="*/ 2695862 w 4336168"/>
                <a:gd name="connsiteY16" fmla="*/ 335373 h 4630833"/>
                <a:gd name="connsiteX17" fmla="*/ 2417972 w 4336168"/>
                <a:gd name="connsiteY17" fmla="*/ 372070 h 4630833"/>
                <a:gd name="connsiteX18" fmla="*/ 2148451 w 4336168"/>
                <a:gd name="connsiteY18" fmla="*/ 437613 h 4630833"/>
                <a:gd name="connsiteX19" fmla="*/ 1889690 w 4336168"/>
                <a:gd name="connsiteY19" fmla="*/ 532515 h 4630833"/>
                <a:gd name="connsiteX20" fmla="*/ 1644512 w 4336168"/>
                <a:gd name="connsiteY20" fmla="*/ 658098 h 4630833"/>
                <a:gd name="connsiteX21" fmla="*/ 1200999 w 4336168"/>
                <a:gd name="connsiteY21" fmla="*/ 992137 h 4630833"/>
                <a:gd name="connsiteX22" fmla="*/ 1003531 w 4336168"/>
                <a:gd name="connsiteY22" fmla="*/ 1192234 h 4630833"/>
                <a:gd name="connsiteX23" fmla="*/ 910394 w 4336168"/>
                <a:gd name="connsiteY23" fmla="*/ 1298347 h 4630833"/>
                <a:gd name="connsiteX24" fmla="*/ 821278 w 4336168"/>
                <a:gd name="connsiteY24" fmla="*/ 1408233 h 4630833"/>
                <a:gd name="connsiteX25" fmla="*/ 732162 w 4336168"/>
                <a:gd name="connsiteY25" fmla="*/ 1521993 h 4630833"/>
                <a:gd name="connsiteX26" fmla="*/ 640548 w 4336168"/>
                <a:gd name="connsiteY26" fmla="*/ 1634323 h 4630833"/>
                <a:gd name="connsiteX27" fmla="*/ 457317 w 4336168"/>
                <a:gd name="connsiteY27" fmla="*/ 1855930 h 4630833"/>
                <a:gd name="connsiteX28" fmla="*/ 369288 w 4336168"/>
                <a:gd name="connsiteY28" fmla="*/ 1967955 h 4630833"/>
                <a:gd name="connsiteX29" fmla="*/ 287128 w 4336168"/>
                <a:gd name="connsiteY29" fmla="*/ 2083243 h 4630833"/>
                <a:gd name="connsiteX30" fmla="*/ 212683 w 4336168"/>
                <a:gd name="connsiteY30" fmla="*/ 2202607 h 4630833"/>
                <a:gd name="connsiteX31" fmla="*/ 179101 w 4336168"/>
                <a:gd name="connsiteY31" fmla="*/ 2264177 h 4630833"/>
                <a:gd name="connsiteX32" fmla="*/ 148890 w 4336168"/>
                <a:gd name="connsiteY32" fmla="*/ 2327172 h 4630833"/>
                <a:gd name="connsiteX33" fmla="*/ 61295 w 4336168"/>
                <a:gd name="connsiteY33" fmla="*/ 2590672 h 4630833"/>
                <a:gd name="connsiteX34" fmla="*/ 32604 w 4336168"/>
                <a:gd name="connsiteY34" fmla="*/ 2866202 h 4630833"/>
                <a:gd name="connsiteX35" fmla="*/ 100853 w 4336168"/>
                <a:gd name="connsiteY35" fmla="*/ 3418074 h 4630833"/>
                <a:gd name="connsiteX36" fmla="*/ 184971 w 4336168"/>
                <a:gd name="connsiteY36" fmla="*/ 3684428 h 4630833"/>
                <a:gd name="connsiteX37" fmla="*/ 210836 w 4336168"/>
                <a:gd name="connsiteY37" fmla="*/ 3749462 h 4630833"/>
                <a:gd name="connsiteX38" fmla="*/ 238440 w 4336168"/>
                <a:gd name="connsiteY38" fmla="*/ 3813783 h 4630833"/>
                <a:gd name="connsiteX39" fmla="*/ 252894 w 4336168"/>
                <a:gd name="connsiteY39" fmla="*/ 3845688 h 4630833"/>
                <a:gd name="connsiteX40" fmla="*/ 268109 w 4336168"/>
                <a:gd name="connsiteY40" fmla="*/ 3877287 h 4630833"/>
                <a:gd name="connsiteX41" fmla="*/ 299409 w 4336168"/>
                <a:gd name="connsiteY41" fmla="*/ 3939978 h 4630833"/>
                <a:gd name="connsiteX42" fmla="*/ 440689 w 4336168"/>
                <a:gd name="connsiteY42" fmla="*/ 4182378 h 4630833"/>
                <a:gd name="connsiteX43" fmla="*/ 606640 w 4336168"/>
                <a:gd name="connsiteY43" fmla="*/ 4409488 h 4630833"/>
                <a:gd name="connsiteX44" fmla="*/ 792425 w 4336168"/>
                <a:gd name="connsiteY44" fmla="*/ 4621205 h 4630833"/>
                <a:gd name="connsiteX45" fmla="*/ 802442 w 4336168"/>
                <a:gd name="connsiteY45" fmla="*/ 4630833 h 4630833"/>
                <a:gd name="connsiteX46" fmla="*/ 592561 w 4336168"/>
                <a:gd name="connsiteY46" fmla="*/ 4630833 h 4630833"/>
                <a:gd name="connsiteX47" fmla="*/ 489377 w 4336168"/>
                <a:gd name="connsiteY47" fmla="*/ 4483185 h 4630833"/>
                <a:gd name="connsiteX48" fmla="*/ 344944 w 4336168"/>
                <a:gd name="connsiteY48" fmla="*/ 4231611 h 4630833"/>
                <a:gd name="connsiteX49" fmla="*/ 224311 w 4336168"/>
                <a:gd name="connsiteY49" fmla="*/ 3970456 h 4630833"/>
                <a:gd name="connsiteX50" fmla="*/ 0 w 4336168"/>
                <a:gd name="connsiteY50" fmla="*/ 2866202 h 4630833"/>
                <a:gd name="connsiteX51" fmla="*/ 25105 w 4336168"/>
                <a:gd name="connsiteY51" fmla="*/ 2584351 h 4630833"/>
                <a:gd name="connsiteX52" fmla="*/ 105200 w 4336168"/>
                <a:gd name="connsiteY52" fmla="*/ 2310863 h 4630833"/>
                <a:gd name="connsiteX53" fmla="*/ 232245 w 4336168"/>
                <a:gd name="connsiteY53" fmla="*/ 2053172 h 4630833"/>
                <a:gd name="connsiteX54" fmla="*/ 307667 w 4336168"/>
                <a:gd name="connsiteY54" fmla="*/ 1930341 h 4630833"/>
                <a:gd name="connsiteX55" fmla="*/ 386893 w 4336168"/>
                <a:gd name="connsiteY55" fmla="*/ 1810161 h 4630833"/>
                <a:gd name="connsiteX56" fmla="*/ 548823 w 4336168"/>
                <a:gd name="connsiteY56" fmla="*/ 1573876 h 4630833"/>
                <a:gd name="connsiteX57" fmla="*/ 626419 w 4336168"/>
                <a:gd name="connsiteY57" fmla="*/ 1455224 h 4630833"/>
                <a:gd name="connsiteX58" fmla="*/ 701081 w 4336168"/>
                <a:gd name="connsiteY58" fmla="*/ 1334534 h 4630833"/>
                <a:gd name="connsiteX59" fmla="*/ 861162 w 4336168"/>
                <a:gd name="connsiteY59" fmla="*/ 1091320 h 4630833"/>
                <a:gd name="connsiteX60" fmla="*/ 1042329 w 4336168"/>
                <a:gd name="connsiteY60" fmla="*/ 858093 h 4630833"/>
                <a:gd name="connsiteX61" fmla="*/ 1487799 w 4336168"/>
                <a:gd name="connsiteY61" fmla="*/ 446686 h 4630833"/>
                <a:gd name="connsiteX62" fmla="*/ 1754060 w 4336168"/>
                <a:gd name="connsiteY62" fmla="*/ 283388 h 4630833"/>
                <a:gd name="connsiteX63" fmla="*/ 2044121 w 4336168"/>
                <a:gd name="connsiteY63" fmla="*/ 157906 h 4630833"/>
                <a:gd name="connsiteX64" fmla="*/ 2349287 w 4336168"/>
                <a:gd name="connsiteY64" fmla="*/ 71364 h 4630833"/>
                <a:gd name="connsiteX65" fmla="*/ 2661411 w 4336168"/>
                <a:gd name="connsiteY65" fmla="*/ 21213 h 4630833"/>
                <a:gd name="connsiteX66" fmla="*/ 2818124 w 4336168"/>
                <a:gd name="connsiteY66" fmla="*/ 7146 h 4630833"/>
                <a:gd name="connsiteX67" fmla="*/ 2974728 w 4336168"/>
                <a:gd name="connsiteY67" fmla="*/ 1029 h 4630833"/>
                <a:gd name="connsiteX68" fmla="*/ 3053738 w 4336168"/>
                <a:gd name="connsiteY68" fmla="*/ 111 h 463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</a:cxnLst>
              <a:rect l="l" t="t" r="r" b="b"/>
              <a:pathLst>
                <a:path w="4336168" h="4630833">
                  <a:moveTo>
                    <a:pt x="3053738" y="111"/>
                  </a:moveTo>
                  <a:lnTo>
                    <a:pt x="3093948" y="316"/>
                  </a:lnTo>
                  <a:lnTo>
                    <a:pt x="3134268" y="1743"/>
                  </a:lnTo>
                  <a:cubicBezTo>
                    <a:pt x="3187955" y="3475"/>
                    <a:pt x="3241749" y="7756"/>
                    <a:pt x="3295438" y="13058"/>
                  </a:cubicBezTo>
                  <a:cubicBezTo>
                    <a:pt x="3510076" y="35585"/>
                    <a:pt x="3722324" y="89406"/>
                    <a:pt x="3918813" y="169935"/>
                  </a:cubicBezTo>
                  <a:cubicBezTo>
                    <a:pt x="4017384" y="209689"/>
                    <a:pt x="4111933" y="255763"/>
                    <a:pt x="4203331" y="305405"/>
                  </a:cubicBezTo>
                  <a:lnTo>
                    <a:pt x="4336168" y="386579"/>
                  </a:lnTo>
                  <a:lnTo>
                    <a:pt x="4336168" y="772673"/>
                  </a:lnTo>
                  <a:lnTo>
                    <a:pt x="4270820" y="728127"/>
                  </a:lnTo>
                  <a:cubicBezTo>
                    <a:pt x="4191920" y="677771"/>
                    <a:pt x="4111825" y="630168"/>
                    <a:pt x="4030208" y="587253"/>
                  </a:cubicBezTo>
                  <a:cubicBezTo>
                    <a:pt x="3948699" y="544136"/>
                    <a:pt x="3865886" y="504687"/>
                    <a:pt x="3781010" y="471455"/>
                  </a:cubicBezTo>
                  <a:cubicBezTo>
                    <a:pt x="3611688" y="404384"/>
                    <a:pt x="3435522" y="358818"/>
                    <a:pt x="3254466" y="338024"/>
                  </a:cubicBezTo>
                  <a:cubicBezTo>
                    <a:pt x="3209255" y="333029"/>
                    <a:pt x="3163720" y="328748"/>
                    <a:pt x="3117966" y="326812"/>
                  </a:cubicBezTo>
                  <a:lnTo>
                    <a:pt x="3083625" y="325179"/>
                  </a:lnTo>
                  <a:lnTo>
                    <a:pt x="3049173" y="324366"/>
                  </a:lnTo>
                  <a:cubicBezTo>
                    <a:pt x="3026568" y="323447"/>
                    <a:pt x="3002550" y="323855"/>
                    <a:pt x="2978858" y="323855"/>
                  </a:cubicBezTo>
                  <a:cubicBezTo>
                    <a:pt x="2883983" y="323956"/>
                    <a:pt x="2789434" y="327423"/>
                    <a:pt x="2695862" y="335373"/>
                  </a:cubicBezTo>
                  <a:cubicBezTo>
                    <a:pt x="2602290" y="343223"/>
                    <a:pt x="2509371" y="354945"/>
                    <a:pt x="2417972" y="372070"/>
                  </a:cubicBezTo>
                  <a:cubicBezTo>
                    <a:pt x="2326683" y="389500"/>
                    <a:pt x="2236697" y="411009"/>
                    <a:pt x="2148451" y="437613"/>
                  </a:cubicBezTo>
                  <a:cubicBezTo>
                    <a:pt x="2060204" y="464116"/>
                    <a:pt x="1973588" y="495411"/>
                    <a:pt x="1889690" y="532515"/>
                  </a:cubicBezTo>
                  <a:cubicBezTo>
                    <a:pt x="1805247" y="568599"/>
                    <a:pt x="1723848" y="611411"/>
                    <a:pt x="1644512" y="658098"/>
                  </a:cubicBezTo>
                  <a:cubicBezTo>
                    <a:pt x="1486169" y="751979"/>
                    <a:pt x="1338149" y="865229"/>
                    <a:pt x="1200999" y="992137"/>
                  </a:cubicBezTo>
                  <a:cubicBezTo>
                    <a:pt x="1132531" y="1055744"/>
                    <a:pt x="1066782" y="1122715"/>
                    <a:pt x="1003531" y="1192234"/>
                  </a:cubicBezTo>
                  <a:cubicBezTo>
                    <a:pt x="971688" y="1226790"/>
                    <a:pt x="941150" y="1262568"/>
                    <a:pt x="910394" y="1298347"/>
                  </a:cubicBezTo>
                  <a:cubicBezTo>
                    <a:pt x="880507" y="1334738"/>
                    <a:pt x="850187" y="1370925"/>
                    <a:pt x="821278" y="1408233"/>
                  </a:cubicBezTo>
                  <a:cubicBezTo>
                    <a:pt x="792152" y="1444624"/>
                    <a:pt x="762266" y="1484480"/>
                    <a:pt x="732162" y="1521993"/>
                  </a:cubicBezTo>
                  <a:cubicBezTo>
                    <a:pt x="701950" y="1559810"/>
                    <a:pt x="671302" y="1597219"/>
                    <a:pt x="640548" y="1634323"/>
                  </a:cubicBezTo>
                  <a:cubicBezTo>
                    <a:pt x="579362" y="1708838"/>
                    <a:pt x="516980" y="1781618"/>
                    <a:pt x="457317" y="1855930"/>
                  </a:cubicBezTo>
                  <a:cubicBezTo>
                    <a:pt x="427540" y="1893033"/>
                    <a:pt x="397870" y="1930239"/>
                    <a:pt x="369288" y="1967955"/>
                  </a:cubicBezTo>
                  <a:cubicBezTo>
                    <a:pt x="341141" y="2005976"/>
                    <a:pt x="313211" y="2044100"/>
                    <a:pt x="287128" y="2083243"/>
                  </a:cubicBezTo>
                  <a:cubicBezTo>
                    <a:pt x="260936" y="2122284"/>
                    <a:pt x="235506" y="2161835"/>
                    <a:pt x="212683" y="2202607"/>
                  </a:cubicBezTo>
                  <a:cubicBezTo>
                    <a:pt x="200728" y="2222791"/>
                    <a:pt x="190187" y="2243586"/>
                    <a:pt x="179101" y="2264177"/>
                  </a:cubicBezTo>
                  <a:cubicBezTo>
                    <a:pt x="168886" y="2285072"/>
                    <a:pt x="158127" y="2305867"/>
                    <a:pt x="148890" y="2327172"/>
                  </a:cubicBezTo>
                  <a:cubicBezTo>
                    <a:pt x="109982" y="2411777"/>
                    <a:pt x="81183" y="2500256"/>
                    <a:pt x="61295" y="2590672"/>
                  </a:cubicBezTo>
                  <a:cubicBezTo>
                    <a:pt x="42386" y="2681292"/>
                    <a:pt x="33147" y="2773643"/>
                    <a:pt x="32604" y="2866202"/>
                  </a:cubicBezTo>
                  <a:cubicBezTo>
                    <a:pt x="32495" y="3051925"/>
                    <a:pt x="55643" y="3237650"/>
                    <a:pt x="100853" y="3418074"/>
                  </a:cubicBezTo>
                  <a:cubicBezTo>
                    <a:pt x="123133" y="3508490"/>
                    <a:pt x="151498" y="3597377"/>
                    <a:pt x="184971" y="3684428"/>
                  </a:cubicBezTo>
                  <a:cubicBezTo>
                    <a:pt x="192796" y="3706344"/>
                    <a:pt x="202250" y="3727751"/>
                    <a:pt x="210836" y="3749462"/>
                  </a:cubicBezTo>
                  <a:cubicBezTo>
                    <a:pt x="219421" y="3771175"/>
                    <a:pt x="228985" y="3792479"/>
                    <a:pt x="238440" y="3813783"/>
                  </a:cubicBezTo>
                  <a:lnTo>
                    <a:pt x="252894" y="3845688"/>
                  </a:lnTo>
                  <a:lnTo>
                    <a:pt x="268109" y="3877287"/>
                  </a:lnTo>
                  <a:cubicBezTo>
                    <a:pt x="278215" y="3898287"/>
                    <a:pt x="288432" y="3919284"/>
                    <a:pt x="299409" y="3939978"/>
                  </a:cubicBezTo>
                  <a:cubicBezTo>
                    <a:pt x="341792" y="4023258"/>
                    <a:pt x="389828" y="4103787"/>
                    <a:pt x="440689" y="4182378"/>
                  </a:cubicBezTo>
                  <a:cubicBezTo>
                    <a:pt x="492420" y="4260561"/>
                    <a:pt x="547953" y="4336299"/>
                    <a:pt x="606640" y="4409488"/>
                  </a:cubicBezTo>
                  <a:cubicBezTo>
                    <a:pt x="665381" y="4482677"/>
                    <a:pt x="727435" y="4553292"/>
                    <a:pt x="792425" y="4621205"/>
                  </a:cubicBezTo>
                  <a:lnTo>
                    <a:pt x="802442" y="4630833"/>
                  </a:lnTo>
                  <a:lnTo>
                    <a:pt x="592561" y="4630833"/>
                  </a:lnTo>
                  <a:lnTo>
                    <a:pt x="489377" y="4483185"/>
                  </a:lnTo>
                  <a:cubicBezTo>
                    <a:pt x="437212" y="4401230"/>
                    <a:pt x="388850" y="4317339"/>
                    <a:pt x="344944" y="4231611"/>
                  </a:cubicBezTo>
                  <a:cubicBezTo>
                    <a:pt x="300386" y="4146191"/>
                    <a:pt x="260828" y="4058731"/>
                    <a:pt x="224311" y="3970456"/>
                  </a:cubicBezTo>
                  <a:cubicBezTo>
                    <a:pt x="78901" y="3617049"/>
                    <a:pt x="1413" y="3242136"/>
                    <a:pt x="0" y="2866202"/>
                  </a:cubicBezTo>
                  <a:cubicBezTo>
                    <a:pt x="0" y="2771912"/>
                    <a:pt x="8043" y="2677417"/>
                    <a:pt x="25105" y="2584351"/>
                  </a:cubicBezTo>
                  <a:cubicBezTo>
                    <a:pt x="42928" y="2491285"/>
                    <a:pt x="69446" y="2399444"/>
                    <a:pt x="105200" y="2310863"/>
                  </a:cubicBezTo>
                  <a:cubicBezTo>
                    <a:pt x="140304" y="2221974"/>
                    <a:pt x="184318" y="2136351"/>
                    <a:pt x="232245" y="2053172"/>
                  </a:cubicBezTo>
                  <a:cubicBezTo>
                    <a:pt x="256154" y="2011379"/>
                    <a:pt x="281802" y="1970810"/>
                    <a:pt x="307667" y="1930341"/>
                  </a:cubicBezTo>
                  <a:cubicBezTo>
                    <a:pt x="333533" y="1889873"/>
                    <a:pt x="360049" y="1849915"/>
                    <a:pt x="386893" y="1810161"/>
                  </a:cubicBezTo>
                  <a:lnTo>
                    <a:pt x="548823" y="1573876"/>
                  </a:lnTo>
                  <a:cubicBezTo>
                    <a:pt x="575341" y="1534529"/>
                    <a:pt x="601098" y="1494877"/>
                    <a:pt x="626419" y="1455224"/>
                  </a:cubicBezTo>
                  <a:cubicBezTo>
                    <a:pt x="651959" y="1415266"/>
                    <a:pt x="675434" y="1376225"/>
                    <a:pt x="701081" y="1334534"/>
                  </a:cubicBezTo>
                  <a:cubicBezTo>
                    <a:pt x="751290" y="1252070"/>
                    <a:pt x="804324" y="1170828"/>
                    <a:pt x="861162" y="1091320"/>
                  </a:cubicBezTo>
                  <a:cubicBezTo>
                    <a:pt x="917894" y="1011810"/>
                    <a:pt x="977884" y="933729"/>
                    <a:pt x="1042329" y="858093"/>
                  </a:cubicBezTo>
                  <a:cubicBezTo>
                    <a:pt x="1171765" y="707536"/>
                    <a:pt x="1319348" y="566764"/>
                    <a:pt x="1487799" y="446686"/>
                  </a:cubicBezTo>
                  <a:cubicBezTo>
                    <a:pt x="1571699" y="386340"/>
                    <a:pt x="1661031" y="332010"/>
                    <a:pt x="1754060" y="283388"/>
                  </a:cubicBezTo>
                  <a:cubicBezTo>
                    <a:pt x="1847414" y="235478"/>
                    <a:pt x="1944463" y="193278"/>
                    <a:pt x="2044121" y="157906"/>
                  </a:cubicBezTo>
                  <a:cubicBezTo>
                    <a:pt x="2143778" y="122638"/>
                    <a:pt x="2245936" y="93789"/>
                    <a:pt x="2349287" y="71364"/>
                  </a:cubicBezTo>
                  <a:cubicBezTo>
                    <a:pt x="2452641" y="48939"/>
                    <a:pt x="2556971" y="32935"/>
                    <a:pt x="2661411" y="21213"/>
                  </a:cubicBezTo>
                  <a:cubicBezTo>
                    <a:pt x="2713576" y="14994"/>
                    <a:pt x="2765850" y="11222"/>
                    <a:pt x="2818124" y="7146"/>
                  </a:cubicBezTo>
                  <a:cubicBezTo>
                    <a:pt x="2870290" y="4596"/>
                    <a:pt x="2922672" y="1640"/>
                    <a:pt x="2974728" y="1029"/>
                  </a:cubicBezTo>
                  <a:cubicBezTo>
                    <a:pt x="3000811" y="519"/>
                    <a:pt x="3026568" y="-296"/>
                    <a:pt x="3053738" y="11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2786ABD8-AB9F-46F2-A7D9-36F1F7338C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3834244" y="0"/>
            <a:ext cx="3512956" cy="3456291"/>
            <a:chOff x="4345582" y="0"/>
            <a:chExt cx="5069918" cy="3741104"/>
          </a:xfrm>
          <a:solidFill>
            <a:schemeClr val="accent5">
              <a:alpha val="5000"/>
            </a:schemeClr>
          </a:solidFill>
        </p:grpSpPr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DB26E49F-E19A-487B-A8A4-A26128CFDC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45582" y="1"/>
              <a:ext cx="5069918" cy="3741103"/>
            </a:xfrm>
            <a:custGeom>
              <a:avLst/>
              <a:gdLst>
                <a:gd name="connsiteX0" fmla="*/ 475344 w 5069918"/>
                <a:gd name="connsiteY0" fmla="*/ 0 h 3741103"/>
                <a:gd name="connsiteX1" fmla="*/ 643707 w 5069918"/>
                <a:gd name="connsiteY1" fmla="*/ 0 h 3741103"/>
                <a:gd name="connsiteX2" fmla="*/ 635672 w 5069918"/>
                <a:gd name="connsiteY2" fmla="*/ 7778 h 3741103"/>
                <a:gd name="connsiteX3" fmla="*/ 486638 w 5069918"/>
                <a:gd name="connsiteY3" fmla="*/ 178818 h 3741103"/>
                <a:gd name="connsiteX4" fmla="*/ 353514 w 5069918"/>
                <a:gd name="connsiteY4" fmla="*/ 362293 h 3741103"/>
                <a:gd name="connsiteX5" fmla="*/ 240181 w 5069918"/>
                <a:gd name="connsiteY5" fmla="*/ 558120 h 3741103"/>
                <a:gd name="connsiteX6" fmla="*/ 215073 w 5069918"/>
                <a:gd name="connsiteY6" fmla="*/ 608766 h 3741103"/>
                <a:gd name="connsiteX7" fmla="*/ 202868 w 5069918"/>
                <a:gd name="connsiteY7" fmla="*/ 634294 h 3741103"/>
                <a:gd name="connsiteX8" fmla="*/ 191273 w 5069918"/>
                <a:gd name="connsiteY8" fmla="*/ 660069 h 3741103"/>
                <a:gd name="connsiteX9" fmla="*/ 169129 w 5069918"/>
                <a:gd name="connsiteY9" fmla="*/ 712032 h 3741103"/>
                <a:gd name="connsiteX10" fmla="*/ 148381 w 5069918"/>
                <a:gd name="connsiteY10" fmla="*/ 764571 h 3741103"/>
                <a:gd name="connsiteX11" fmla="*/ 80903 w 5069918"/>
                <a:gd name="connsiteY11" fmla="*/ 979750 h 3741103"/>
                <a:gd name="connsiteX12" fmla="*/ 26154 w 5069918"/>
                <a:gd name="connsiteY12" fmla="*/ 1425590 h 3741103"/>
                <a:gd name="connsiteX13" fmla="*/ 49170 w 5069918"/>
                <a:gd name="connsiteY13" fmla="*/ 1648182 h 3741103"/>
                <a:gd name="connsiteX14" fmla="*/ 119437 w 5069918"/>
                <a:gd name="connsiteY14" fmla="*/ 1861055 h 3741103"/>
                <a:gd name="connsiteX15" fmla="*/ 143672 w 5069918"/>
                <a:gd name="connsiteY15" fmla="*/ 1911947 h 3741103"/>
                <a:gd name="connsiteX16" fmla="*/ 170611 w 5069918"/>
                <a:gd name="connsiteY16" fmla="*/ 1961687 h 3741103"/>
                <a:gd name="connsiteX17" fmla="*/ 230330 w 5069918"/>
                <a:gd name="connsiteY17" fmla="*/ 2058118 h 3741103"/>
                <a:gd name="connsiteX18" fmla="*/ 296237 w 5069918"/>
                <a:gd name="connsiteY18" fmla="*/ 2151255 h 3741103"/>
                <a:gd name="connsiteX19" fmla="*/ 366853 w 5069918"/>
                <a:gd name="connsiteY19" fmla="*/ 2241757 h 3741103"/>
                <a:gd name="connsiteX20" fmla="*/ 513838 w 5069918"/>
                <a:gd name="connsiteY20" fmla="*/ 2420786 h 3741103"/>
                <a:gd name="connsiteX21" fmla="*/ 587330 w 5069918"/>
                <a:gd name="connsiteY21" fmla="*/ 2511534 h 3741103"/>
                <a:gd name="connsiteX22" fmla="*/ 658817 w 5069918"/>
                <a:gd name="connsiteY22" fmla="*/ 2603437 h 3741103"/>
                <a:gd name="connsiteX23" fmla="*/ 730305 w 5069918"/>
                <a:gd name="connsiteY23" fmla="*/ 2692210 h 3741103"/>
                <a:gd name="connsiteX24" fmla="*/ 805018 w 5069918"/>
                <a:gd name="connsiteY24" fmla="*/ 2777936 h 3741103"/>
                <a:gd name="connsiteX25" fmla="*/ 963424 w 5069918"/>
                <a:gd name="connsiteY25" fmla="*/ 2939588 h 3741103"/>
                <a:gd name="connsiteX26" fmla="*/ 1319204 w 5069918"/>
                <a:gd name="connsiteY26" fmla="*/ 3209447 h 3741103"/>
                <a:gd name="connsiteX27" fmla="*/ 1515882 w 5069918"/>
                <a:gd name="connsiteY27" fmla="*/ 3310902 h 3741103"/>
                <a:gd name="connsiteX28" fmla="*/ 1723456 w 5069918"/>
                <a:gd name="connsiteY28" fmla="*/ 3387570 h 3741103"/>
                <a:gd name="connsiteX29" fmla="*/ 1939662 w 5069918"/>
                <a:gd name="connsiteY29" fmla="*/ 3440520 h 3741103"/>
                <a:gd name="connsiteX30" fmla="*/ 2162581 w 5069918"/>
                <a:gd name="connsiteY30" fmla="*/ 3470167 h 3741103"/>
                <a:gd name="connsiteX31" fmla="*/ 2389597 w 5069918"/>
                <a:gd name="connsiteY31" fmla="*/ 3479472 h 3741103"/>
                <a:gd name="connsiteX32" fmla="*/ 2446002 w 5069918"/>
                <a:gd name="connsiteY32" fmla="*/ 3479059 h 3741103"/>
                <a:gd name="connsiteX33" fmla="*/ 2473639 w 5069918"/>
                <a:gd name="connsiteY33" fmla="*/ 3478402 h 3741103"/>
                <a:gd name="connsiteX34" fmla="*/ 2501187 w 5069918"/>
                <a:gd name="connsiteY34" fmla="*/ 3477083 h 3741103"/>
                <a:gd name="connsiteX35" fmla="*/ 2610685 w 5069918"/>
                <a:gd name="connsiteY35" fmla="*/ 3468025 h 3741103"/>
                <a:gd name="connsiteX36" fmla="*/ 3033071 w 5069918"/>
                <a:gd name="connsiteY36" fmla="*/ 3360230 h 3741103"/>
                <a:gd name="connsiteX37" fmla="*/ 3232974 w 5069918"/>
                <a:gd name="connsiteY37" fmla="*/ 3266681 h 3741103"/>
                <a:gd name="connsiteX38" fmla="*/ 3425990 w 5069918"/>
                <a:gd name="connsiteY38" fmla="*/ 3152873 h 3741103"/>
                <a:gd name="connsiteX39" fmla="*/ 3613601 w 5069918"/>
                <a:gd name="connsiteY39" fmla="*/ 3024078 h 3741103"/>
                <a:gd name="connsiteX40" fmla="*/ 3706185 w 5069918"/>
                <a:gd name="connsiteY40" fmla="*/ 2955893 h 3741103"/>
                <a:gd name="connsiteX41" fmla="*/ 3799729 w 5069918"/>
                <a:gd name="connsiteY41" fmla="*/ 2885155 h 3741103"/>
                <a:gd name="connsiteX42" fmla="*/ 4175561 w 5069918"/>
                <a:gd name="connsiteY42" fmla="*/ 2606072 h 3741103"/>
                <a:gd name="connsiteX43" fmla="*/ 4517132 w 5069918"/>
                <a:gd name="connsiteY43" fmla="*/ 2312331 h 3741103"/>
                <a:gd name="connsiteX44" fmla="*/ 4659758 w 5069918"/>
                <a:gd name="connsiteY44" fmla="*/ 2148703 h 3741103"/>
                <a:gd name="connsiteX45" fmla="*/ 4773178 w 5069918"/>
                <a:gd name="connsiteY45" fmla="*/ 1969674 h 3741103"/>
                <a:gd name="connsiteX46" fmla="*/ 4892092 w 5069918"/>
                <a:gd name="connsiteY46" fmla="*/ 1567562 h 3741103"/>
                <a:gd name="connsiteX47" fmla="*/ 4898804 w 5069918"/>
                <a:gd name="connsiteY47" fmla="*/ 1460754 h 3741103"/>
                <a:gd name="connsiteX48" fmla="*/ 4899153 w 5069918"/>
                <a:gd name="connsiteY48" fmla="*/ 1406239 h 3741103"/>
                <a:gd name="connsiteX49" fmla="*/ 4898456 w 5069918"/>
                <a:gd name="connsiteY49" fmla="*/ 1350735 h 3741103"/>
                <a:gd name="connsiteX50" fmla="*/ 4886774 w 5069918"/>
                <a:gd name="connsiteY50" fmla="*/ 1128886 h 3741103"/>
                <a:gd name="connsiteX51" fmla="*/ 4815896 w 5069918"/>
                <a:gd name="connsiteY51" fmla="*/ 689221 h 3741103"/>
                <a:gd name="connsiteX52" fmla="*/ 4673183 w 5069918"/>
                <a:gd name="connsiteY52" fmla="*/ 264874 h 3741103"/>
                <a:gd name="connsiteX53" fmla="*/ 4625496 w 5069918"/>
                <a:gd name="connsiteY53" fmla="*/ 162925 h 3741103"/>
                <a:gd name="connsiteX54" fmla="*/ 4572490 w 5069918"/>
                <a:gd name="connsiteY54" fmla="*/ 63364 h 3741103"/>
                <a:gd name="connsiteX55" fmla="*/ 4532299 w 5069918"/>
                <a:gd name="connsiteY55" fmla="*/ 0 h 3741103"/>
                <a:gd name="connsiteX56" fmla="*/ 4626680 w 5069918"/>
                <a:gd name="connsiteY56" fmla="*/ 0 h 3741103"/>
                <a:gd name="connsiteX57" fmla="*/ 4643978 w 5069918"/>
                <a:gd name="connsiteY57" fmla="*/ 26636 h 3741103"/>
                <a:gd name="connsiteX58" fmla="*/ 4700644 w 5069918"/>
                <a:gd name="connsiteY58" fmla="*/ 128338 h 3741103"/>
                <a:gd name="connsiteX59" fmla="*/ 4753214 w 5069918"/>
                <a:gd name="connsiteY59" fmla="*/ 232016 h 3741103"/>
                <a:gd name="connsiteX60" fmla="*/ 4921297 w 5069918"/>
                <a:gd name="connsiteY60" fmla="*/ 663363 h 3741103"/>
                <a:gd name="connsiteX61" fmla="*/ 5027482 w 5069918"/>
                <a:gd name="connsiteY61" fmla="*/ 1112991 h 3741103"/>
                <a:gd name="connsiteX62" fmla="*/ 5058082 w 5069918"/>
                <a:gd name="connsiteY62" fmla="*/ 1342088 h 3741103"/>
                <a:gd name="connsiteX63" fmla="*/ 5063486 w 5069918"/>
                <a:gd name="connsiteY63" fmla="*/ 1399651 h 3741103"/>
                <a:gd name="connsiteX64" fmla="*/ 5067846 w 5069918"/>
                <a:gd name="connsiteY64" fmla="*/ 1458284 h 3741103"/>
                <a:gd name="connsiteX65" fmla="*/ 5069414 w 5069918"/>
                <a:gd name="connsiteY65" fmla="*/ 1577772 h 3741103"/>
                <a:gd name="connsiteX66" fmla="*/ 5040732 w 5069918"/>
                <a:gd name="connsiteY66" fmla="*/ 1817822 h 3741103"/>
                <a:gd name="connsiteX67" fmla="*/ 4964102 w 5069918"/>
                <a:gd name="connsiteY67" fmla="*/ 2050871 h 3741103"/>
                <a:gd name="connsiteX68" fmla="*/ 4689486 w 5069918"/>
                <a:gd name="connsiteY68" fmla="*/ 2458008 h 3741103"/>
                <a:gd name="connsiteX69" fmla="*/ 4333792 w 5069918"/>
                <a:gd name="connsiteY69" fmla="*/ 2784606 h 3741103"/>
                <a:gd name="connsiteX70" fmla="*/ 3965197 w 5069918"/>
                <a:gd name="connsiteY70" fmla="*/ 3076041 h 3741103"/>
                <a:gd name="connsiteX71" fmla="*/ 3873745 w 5069918"/>
                <a:gd name="connsiteY71" fmla="*/ 3149167 h 3741103"/>
                <a:gd name="connsiteX72" fmla="*/ 3779416 w 5069918"/>
                <a:gd name="connsiteY72" fmla="*/ 3222705 h 3741103"/>
                <a:gd name="connsiteX73" fmla="*/ 3582739 w 5069918"/>
                <a:gd name="connsiteY73" fmla="*/ 3364594 h 3741103"/>
                <a:gd name="connsiteX74" fmla="*/ 3371851 w 5069918"/>
                <a:gd name="connsiteY74" fmla="*/ 3494377 h 3741103"/>
                <a:gd name="connsiteX75" fmla="*/ 3143615 w 5069918"/>
                <a:gd name="connsiteY75" fmla="*/ 3603819 h 3741103"/>
                <a:gd name="connsiteX76" fmla="*/ 2643552 w 5069918"/>
                <a:gd name="connsiteY76" fmla="*/ 3730555 h 3741103"/>
                <a:gd name="connsiteX77" fmla="*/ 2514264 w 5069918"/>
                <a:gd name="connsiteY77" fmla="*/ 3739696 h 3741103"/>
                <a:gd name="connsiteX78" fmla="*/ 2481920 w 5069918"/>
                <a:gd name="connsiteY78" fmla="*/ 3740849 h 3741103"/>
                <a:gd name="connsiteX79" fmla="*/ 2449664 w 5069918"/>
                <a:gd name="connsiteY79" fmla="*/ 3741014 h 3741103"/>
                <a:gd name="connsiteX80" fmla="*/ 2386284 w 5069918"/>
                <a:gd name="connsiteY80" fmla="*/ 3740273 h 3741103"/>
                <a:gd name="connsiteX81" fmla="*/ 2260658 w 5069918"/>
                <a:gd name="connsiteY81" fmla="*/ 3735331 h 3741103"/>
                <a:gd name="connsiteX82" fmla="*/ 2134945 w 5069918"/>
                <a:gd name="connsiteY82" fmla="*/ 3723967 h 3741103"/>
                <a:gd name="connsiteX83" fmla="*/ 1884564 w 5069918"/>
                <a:gd name="connsiteY83" fmla="*/ 3683451 h 3741103"/>
                <a:gd name="connsiteX84" fmla="*/ 1639764 w 5069918"/>
                <a:gd name="connsiteY84" fmla="*/ 3613537 h 3741103"/>
                <a:gd name="connsiteX85" fmla="*/ 1407081 w 5069918"/>
                <a:gd name="connsiteY85" fmla="*/ 3512164 h 3741103"/>
                <a:gd name="connsiteX86" fmla="*/ 1193491 w 5069918"/>
                <a:gd name="connsiteY86" fmla="*/ 3380240 h 3741103"/>
                <a:gd name="connsiteX87" fmla="*/ 836141 w 5069918"/>
                <a:gd name="connsiteY87" fmla="*/ 3047878 h 3741103"/>
                <a:gd name="connsiteX88" fmla="*/ 690812 w 5069918"/>
                <a:gd name="connsiteY88" fmla="*/ 2859461 h 3741103"/>
                <a:gd name="connsiteX89" fmla="*/ 562397 w 5069918"/>
                <a:gd name="connsiteY89" fmla="*/ 2662976 h 3741103"/>
                <a:gd name="connsiteX90" fmla="*/ 502504 w 5069918"/>
                <a:gd name="connsiteY90" fmla="*/ 2565474 h 3741103"/>
                <a:gd name="connsiteX91" fmla="*/ 440258 w 5069918"/>
                <a:gd name="connsiteY91" fmla="*/ 2469619 h 3741103"/>
                <a:gd name="connsiteX92" fmla="*/ 310360 w 5069918"/>
                <a:gd name="connsiteY92" fmla="*/ 2278732 h 3741103"/>
                <a:gd name="connsiteX93" fmla="*/ 246806 w 5069918"/>
                <a:gd name="connsiteY93" fmla="*/ 2181642 h 3741103"/>
                <a:gd name="connsiteX94" fmla="*/ 186303 w 5069918"/>
                <a:gd name="connsiteY94" fmla="*/ 2082411 h 3741103"/>
                <a:gd name="connsiteX95" fmla="*/ 84390 w 5069918"/>
                <a:gd name="connsiteY95" fmla="*/ 1874231 h 3741103"/>
                <a:gd name="connsiteX96" fmla="*/ 20139 w 5069918"/>
                <a:gd name="connsiteY96" fmla="*/ 1653288 h 3741103"/>
                <a:gd name="connsiteX97" fmla="*/ 0 w 5069918"/>
                <a:gd name="connsiteY97" fmla="*/ 1425590 h 3741103"/>
                <a:gd name="connsiteX98" fmla="*/ 179939 w 5069918"/>
                <a:gd name="connsiteY98" fmla="*/ 533498 h 3741103"/>
                <a:gd name="connsiteX99" fmla="*/ 276709 w 5069918"/>
                <a:gd name="connsiteY99" fmla="*/ 322519 h 3741103"/>
                <a:gd name="connsiteX100" fmla="*/ 392571 w 5069918"/>
                <a:gd name="connsiteY100" fmla="*/ 119280 h 3741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5069918" h="3741103">
                  <a:moveTo>
                    <a:pt x="475344" y="0"/>
                  </a:moveTo>
                  <a:lnTo>
                    <a:pt x="643707" y="0"/>
                  </a:lnTo>
                  <a:lnTo>
                    <a:pt x="635672" y="7778"/>
                  </a:lnTo>
                  <a:cubicBezTo>
                    <a:pt x="583538" y="62643"/>
                    <a:pt x="533759" y="119691"/>
                    <a:pt x="486638" y="178818"/>
                  </a:cubicBezTo>
                  <a:cubicBezTo>
                    <a:pt x="439560" y="237945"/>
                    <a:pt x="395012" y="299131"/>
                    <a:pt x="353514" y="362293"/>
                  </a:cubicBezTo>
                  <a:cubicBezTo>
                    <a:pt x="312714" y="425784"/>
                    <a:pt x="274180" y="490841"/>
                    <a:pt x="240181" y="558120"/>
                  </a:cubicBezTo>
                  <a:cubicBezTo>
                    <a:pt x="231376" y="574838"/>
                    <a:pt x="223180" y="591801"/>
                    <a:pt x="215073" y="608766"/>
                  </a:cubicBezTo>
                  <a:lnTo>
                    <a:pt x="202868" y="634294"/>
                  </a:lnTo>
                  <a:lnTo>
                    <a:pt x="191273" y="660069"/>
                  </a:lnTo>
                  <a:cubicBezTo>
                    <a:pt x="183688" y="677280"/>
                    <a:pt x="176016" y="694491"/>
                    <a:pt x="169129" y="712032"/>
                  </a:cubicBezTo>
                  <a:cubicBezTo>
                    <a:pt x="162242" y="729572"/>
                    <a:pt x="154658" y="746866"/>
                    <a:pt x="148381" y="764571"/>
                  </a:cubicBezTo>
                  <a:cubicBezTo>
                    <a:pt x="121529" y="834897"/>
                    <a:pt x="98775" y="906706"/>
                    <a:pt x="80903" y="979750"/>
                  </a:cubicBezTo>
                  <a:cubicBezTo>
                    <a:pt x="44636" y="1125509"/>
                    <a:pt x="26067" y="1275550"/>
                    <a:pt x="26154" y="1425590"/>
                  </a:cubicBezTo>
                  <a:cubicBezTo>
                    <a:pt x="26590" y="1500365"/>
                    <a:pt x="34001" y="1574973"/>
                    <a:pt x="49170" y="1648182"/>
                  </a:cubicBezTo>
                  <a:cubicBezTo>
                    <a:pt x="65124" y="1721226"/>
                    <a:pt x="88226" y="1792705"/>
                    <a:pt x="119437" y="1861055"/>
                  </a:cubicBezTo>
                  <a:cubicBezTo>
                    <a:pt x="126847" y="1878267"/>
                    <a:pt x="135478" y="1895066"/>
                    <a:pt x="143672" y="1911947"/>
                  </a:cubicBezTo>
                  <a:cubicBezTo>
                    <a:pt x="152565" y="1928582"/>
                    <a:pt x="161021" y="1945381"/>
                    <a:pt x="170611" y="1961687"/>
                  </a:cubicBezTo>
                  <a:cubicBezTo>
                    <a:pt x="188919" y="1994626"/>
                    <a:pt x="209319" y="2026578"/>
                    <a:pt x="230330" y="2058118"/>
                  </a:cubicBezTo>
                  <a:cubicBezTo>
                    <a:pt x="251253" y="2089740"/>
                    <a:pt x="273658" y="2120539"/>
                    <a:pt x="296237" y="2151255"/>
                  </a:cubicBezTo>
                  <a:cubicBezTo>
                    <a:pt x="319165" y="2181725"/>
                    <a:pt x="342966" y="2211782"/>
                    <a:pt x="366853" y="2241757"/>
                  </a:cubicBezTo>
                  <a:cubicBezTo>
                    <a:pt x="414714" y="2301791"/>
                    <a:pt x="464756" y="2360588"/>
                    <a:pt x="513838" y="2420786"/>
                  </a:cubicBezTo>
                  <a:cubicBezTo>
                    <a:pt x="538509" y="2450761"/>
                    <a:pt x="563094" y="2480983"/>
                    <a:pt x="587330" y="2511534"/>
                  </a:cubicBezTo>
                  <a:cubicBezTo>
                    <a:pt x="611479" y="2541839"/>
                    <a:pt x="635453" y="2574038"/>
                    <a:pt x="658817" y="2603437"/>
                  </a:cubicBezTo>
                  <a:cubicBezTo>
                    <a:pt x="682008" y="2633577"/>
                    <a:pt x="706330" y="2662811"/>
                    <a:pt x="730305" y="2692210"/>
                  </a:cubicBezTo>
                  <a:cubicBezTo>
                    <a:pt x="754977" y="2721115"/>
                    <a:pt x="779474" y="2750019"/>
                    <a:pt x="805018" y="2777936"/>
                  </a:cubicBezTo>
                  <a:cubicBezTo>
                    <a:pt x="855757" y="2834098"/>
                    <a:pt x="908500" y="2888202"/>
                    <a:pt x="963424" y="2939588"/>
                  </a:cubicBezTo>
                  <a:cubicBezTo>
                    <a:pt x="1073444" y="3042113"/>
                    <a:pt x="1192183" y="3133604"/>
                    <a:pt x="1319204" y="3209447"/>
                  </a:cubicBezTo>
                  <a:cubicBezTo>
                    <a:pt x="1382846" y="3247164"/>
                    <a:pt x="1448143" y="3281751"/>
                    <a:pt x="1515882" y="3310902"/>
                  </a:cubicBezTo>
                  <a:cubicBezTo>
                    <a:pt x="1583184" y="3340877"/>
                    <a:pt x="1652666" y="3366159"/>
                    <a:pt x="1723456" y="3387570"/>
                  </a:cubicBezTo>
                  <a:cubicBezTo>
                    <a:pt x="1794246" y="3409063"/>
                    <a:pt x="1866431" y="3426439"/>
                    <a:pt x="1939662" y="3440520"/>
                  </a:cubicBezTo>
                  <a:cubicBezTo>
                    <a:pt x="2012981" y="3454355"/>
                    <a:pt x="2087519" y="3463825"/>
                    <a:pt x="2162581" y="3470167"/>
                  </a:cubicBezTo>
                  <a:cubicBezTo>
                    <a:pt x="2237643" y="3476589"/>
                    <a:pt x="2313489" y="3479390"/>
                    <a:pt x="2389597" y="3479472"/>
                  </a:cubicBezTo>
                  <a:cubicBezTo>
                    <a:pt x="2408602" y="3479472"/>
                    <a:pt x="2427869" y="3479801"/>
                    <a:pt x="2446002" y="3479059"/>
                  </a:cubicBezTo>
                  <a:lnTo>
                    <a:pt x="2473639" y="3478402"/>
                  </a:lnTo>
                  <a:lnTo>
                    <a:pt x="2501187" y="3477083"/>
                  </a:lnTo>
                  <a:cubicBezTo>
                    <a:pt x="2537890" y="3475519"/>
                    <a:pt x="2574418" y="3472060"/>
                    <a:pt x="2610685" y="3468025"/>
                  </a:cubicBezTo>
                  <a:cubicBezTo>
                    <a:pt x="2755926" y="3451226"/>
                    <a:pt x="2897244" y="3414415"/>
                    <a:pt x="3033071" y="3360230"/>
                  </a:cubicBezTo>
                  <a:cubicBezTo>
                    <a:pt x="3101158" y="3333383"/>
                    <a:pt x="3167589" y="3301514"/>
                    <a:pt x="3232974" y="3266681"/>
                  </a:cubicBezTo>
                  <a:cubicBezTo>
                    <a:pt x="3298446" y="3232011"/>
                    <a:pt x="3362697" y="3193554"/>
                    <a:pt x="3425990" y="3152873"/>
                  </a:cubicBezTo>
                  <a:cubicBezTo>
                    <a:pt x="3489282" y="3112110"/>
                    <a:pt x="3551529" y="3068712"/>
                    <a:pt x="3613601" y="3024078"/>
                  </a:cubicBezTo>
                  <a:cubicBezTo>
                    <a:pt x="3644549" y="3001762"/>
                    <a:pt x="3675411" y="2978868"/>
                    <a:pt x="3706185" y="2955893"/>
                  </a:cubicBezTo>
                  <a:lnTo>
                    <a:pt x="3799729" y="2885155"/>
                  </a:lnTo>
                  <a:cubicBezTo>
                    <a:pt x="3926402" y="2790205"/>
                    <a:pt x="4053597" y="2699374"/>
                    <a:pt x="4175561" y="2606072"/>
                  </a:cubicBezTo>
                  <a:cubicBezTo>
                    <a:pt x="4297526" y="2512852"/>
                    <a:pt x="4414084" y="2416833"/>
                    <a:pt x="4517132" y="2312331"/>
                  </a:cubicBezTo>
                  <a:cubicBezTo>
                    <a:pt x="4568480" y="2259956"/>
                    <a:pt x="4616604" y="2205689"/>
                    <a:pt x="4659758" y="2148703"/>
                  </a:cubicBezTo>
                  <a:cubicBezTo>
                    <a:pt x="4702650" y="2091634"/>
                    <a:pt x="4741184" y="2032096"/>
                    <a:pt x="4773178" y="1969674"/>
                  </a:cubicBezTo>
                  <a:cubicBezTo>
                    <a:pt x="4837865" y="1845080"/>
                    <a:pt x="4877446" y="1709038"/>
                    <a:pt x="4892092" y="1567562"/>
                  </a:cubicBezTo>
                  <a:cubicBezTo>
                    <a:pt x="4895666" y="1532233"/>
                    <a:pt x="4897845" y="1496576"/>
                    <a:pt x="4898804" y="1460754"/>
                  </a:cubicBezTo>
                  <a:cubicBezTo>
                    <a:pt x="4899066" y="1442884"/>
                    <a:pt x="4899414" y="1425015"/>
                    <a:pt x="4899153" y="1406239"/>
                  </a:cubicBezTo>
                  <a:cubicBezTo>
                    <a:pt x="4898979" y="1387711"/>
                    <a:pt x="4899066" y="1369263"/>
                    <a:pt x="4898456" y="1350735"/>
                  </a:cubicBezTo>
                  <a:cubicBezTo>
                    <a:pt x="4896974" y="1276703"/>
                    <a:pt x="4893226" y="1202753"/>
                    <a:pt x="4886774" y="1128886"/>
                  </a:cubicBezTo>
                  <a:cubicBezTo>
                    <a:pt x="4873610" y="981232"/>
                    <a:pt x="4851030" y="833991"/>
                    <a:pt x="4815896" y="689221"/>
                  </a:cubicBezTo>
                  <a:cubicBezTo>
                    <a:pt x="4780676" y="544533"/>
                    <a:pt x="4733860" y="402068"/>
                    <a:pt x="4673183" y="264874"/>
                  </a:cubicBezTo>
                  <a:cubicBezTo>
                    <a:pt x="4658101" y="230533"/>
                    <a:pt x="4642147" y="196605"/>
                    <a:pt x="4625496" y="162925"/>
                  </a:cubicBezTo>
                  <a:cubicBezTo>
                    <a:pt x="4608583" y="129326"/>
                    <a:pt x="4590885" y="96222"/>
                    <a:pt x="4572490" y="63364"/>
                  </a:cubicBezTo>
                  <a:lnTo>
                    <a:pt x="4532299" y="0"/>
                  </a:lnTo>
                  <a:lnTo>
                    <a:pt x="4626680" y="0"/>
                  </a:lnTo>
                  <a:lnTo>
                    <a:pt x="4643978" y="26636"/>
                  </a:lnTo>
                  <a:cubicBezTo>
                    <a:pt x="4663594" y="60152"/>
                    <a:pt x="4682598" y="94080"/>
                    <a:pt x="4700644" y="128338"/>
                  </a:cubicBezTo>
                  <a:cubicBezTo>
                    <a:pt x="4718866" y="162595"/>
                    <a:pt x="4736476" y="197100"/>
                    <a:pt x="4753214" y="232016"/>
                  </a:cubicBezTo>
                  <a:cubicBezTo>
                    <a:pt x="4820082" y="371681"/>
                    <a:pt x="4875964" y="515957"/>
                    <a:pt x="4921297" y="663363"/>
                  </a:cubicBezTo>
                  <a:cubicBezTo>
                    <a:pt x="4966630" y="810687"/>
                    <a:pt x="5002460" y="960975"/>
                    <a:pt x="5027482" y="1112991"/>
                  </a:cubicBezTo>
                  <a:cubicBezTo>
                    <a:pt x="5040123" y="1189000"/>
                    <a:pt x="5050323" y="1265421"/>
                    <a:pt x="5058082" y="1342088"/>
                  </a:cubicBezTo>
                  <a:cubicBezTo>
                    <a:pt x="5060261" y="1361276"/>
                    <a:pt x="5061743" y="1380464"/>
                    <a:pt x="5063486" y="1399651"/>
                  </a:cubicBezTo>
                  <a:cubicBezTo>
                    <a:pt x="5065318" y="1418591"/>
                    <a:pt x="5066625" y="1438437"/>
                    <a:pt x="5067846" y="1458284"/>
                  </a:cubicBezTo>
                  <a:cubicBezTo>
                    <a:pt x="5069851" y="1497894"/>
                    <a:pt x="5070461" y="1537751"/>
                    <a:pt x="5069414" y="1577772"/>
                  </a:cubicBezTo>
                  <a:cubicBezTo>
                    <a:pt x="5067060" y="1657734"/>
                    <a:pt x="5057820" y="1738272"/>
                    <a:pt x="5040732" y="1817822"/>
                  </a:cubicBezTo>
                  <a:cubicBezTo>
                    <a:pt x="5023123" y="1897289"/>
                    <a:pt x="4997578" y="1975686"/>
                    <a:pt x="4964102" y="2050871"/>
                  </a:cubicBezTo>
                  <a:cubicBezTo>
                    <a:pt x="4897409" y="2201736"/>
                    <a:pt x="4799942" y="2338271"/>
                    <a:pt x="4689486" y="2458008"/>
                  </a:cubicBezTo>
                  <a:cubicBezTo>
                    <a:pt x="4579116" y="2578485"/>
                    <a:pt x="4456716" y="2684139"/>
                    <a:pt x="4333792" y="2784606"/>
                  </a:cubicBezTo>
                  <a:cubicBezTo>
                    <a:pt x="4210520" y="2884908"/>
                    <a:pt x="4085853" y="2979775"/>
                    <a:pt x="3965197" y="3076041"/>
                  </a:cubicBezTo>
                  <a:lnTo>
                    <a:pt x="3873745" y="3149167"/>
                  </a:lnTo>
                  <a:cubicBezTo>
                    <a:pt x="3842621" y="3173790"/>
                    <a:pt x="3811325" y="3198413"/>
                    <a:pt x="3779416" y="3222705"/>
                  </a:cubicBezTo>
                  <a:cubicBezTo>
                    <a:pt x="3715863" y="3271374"/>
                    <a:pt x="3650652" y="3319055"/>
                    <a:pt x="3582739" y="3364594"/>
                  </a:cubicBezTo>
                  <a:cubicBezTo>
                    <a:pt x="3514913" y="3410051"/>
                    <a:pt x="3445170" y="3454190"/>
                    <a:pt x="3371851" y="3494377"/>
                  </a:cubicBezTo>
                  <a:cubicBezTo>
                    <a:pt x="3298533" y="3534481"/>
                    <a:pt x="3222687" y="3571703"/>
                    <a:pt x="3143615" y="3603819"/>
                  </a:cubicBezTo>
                  <a:cubicBezTo>
                    <a:pt x="2985994" y="3668876"/>
                    <a:pt x="2815732" y="3712356"/>
                    <a:pt x="2643552" y="3730555"/>
                  </a:cubicBezTo>
                  <a:cubicBezTo>
                    <a:pt x="2600484" y="3734838"/>
                    <a:pt x="2557331" y="3738297"/>
                    <a:pt x="2514264" y="3739696"/>
                  </a:cubicBezTo>
                  <a:lnTo>
                    <a:pt x="2481920" y="3740849"/>
                  </a:lnTo>
                  <a:lnTo>
                    <a:pt x="2449664" y="3741014"/>
                  </a:lnTo>
                  <a:cubicBezTo>
                    <a:pt x="2427869" y="3741343"/>
                    <a:pt x="2407207" y="3740685"/>
                    <a:pt x="2386284" y="3740273"/>
                  </a:cubicBezTo>
                  <a:cubicBezTo>
                    <a:pt x="2344525" y="3739779"/>
                    <a:pt x="2302505" y="3737391"/>
                    <a:pt x="2260658" y="3735331"/>
                  </a:cubicBezTo>
                  <a:cubicBezTo>
                    <a:pt x="2218725" y="3732038"/>
                    <a:pt x="2176791" y="3728991"/>
                    <a:pt x="2134945" y="3723967"/>
                  </a:cubicBezTo>
                  <a:cubicBezTo>
                    <a:pt x="2051165" y="3714497"/>
                    <a:pt x="1967473" y="3701568"/>
                    <a:pt x="1884564" y="3683451"/>
                  </a:cubicBezTo>
                  <a:cubicBezTo>
                    <a:pt x="1801657" y="3665335"/>
                    <a:pt x="1719708" y="3642029"/>
                    <a:pt x="1639764" y="3613537"/>
                  </a:cubicBezTo>
                  <a:cubicBezTo>
                    <a:pt x="1559820" y="3584961"/>
                    <a:pt x="1481969" y="3550869"/>
                    <a:pt x="1407081" y="3512164"/>
                  </a:cubicBezTo>
                  <a:cubicBezTo>
                    <a:pt x="1332455" y="3472884"/>
                    <a:pt x="1260794" y="3428992"/>
                    <a:pt x="1193491" y="3380240"/>
                  </a:cubicBezTo>
                  <a:cubicBezTo>
                    <a:pt x="1058362" y="3283233"/>
                    <a:pt x="939973" y="3169508"/>
                    <a:pt x="836141" y="3047878"/>
                  </a:cubicBezTo>
                  <a:cubicBezTo>
                    <a:pt x="784444" y="2986774"/>
                    <a:pt x="736321" y="2923695"/>
                    <a:pt x="690812" y="2859461"/>
                  </a:cubicBezTo>
                  <a:cubicBezTo>
                    <a:pt x="645217" y="2795229"/>
                    <a:pt x="602674" y="2729596"/>
                    <a:pt x="562397" y="2662976"/>
                  </a:cubicBezTo>
                  <a:cubicBezTo>
                    <a:pt x="541823" y="2629295"/>
                    <a:pt x="522992" y="2597755"/>
                    <a:pt x="502504" y="2565474"/>
                  </a:cubicBezTo>
                  <a:cubicBezTo>
                    <a:pt x="482192" y="2533440"/>
                    <a:pt x="461530" y="2501406"/>
                    <a:pt x="440258" y="2469619"/>
                  </a:cubicBezTo>
                  <a:lnTo>
                    <a:pt x="310360" y="2278732"/>
                  </a:lnTo>
                  <a:cubicBezTo>
                    <a:pt x="288826" y="2246616"/>
                    <a:pt x="267555" y="2214335"/>
                    <a:pt x="246806" y="2181642"/>
                  </a:cubicBezTo>
                  <a:cubicBezTo>
                    <a:pt x="226057" y="2148949"/>
                    <a:pt x="205483" y="2116174"/>
                    <a:pt x="186303" y="2082411"/>
                  </a:cubicBezTo>
                  <a:cubicBezTo>
                    <a:pt x="147857" y="2015213"/>
                    <a:pt x="112550" y="1946041"/>
                    <a:pt x="84390" y="1874231"/>
                  </a:cubicBezTo>
                  <a:cubicBezTo>
                    <a:pt x="55708" y="1802669"/>
                    <a:pt x="34436" y="1728473"/>
                    <a:pt x="20139" y="1653288"/>
                  </a:cubicBezTo>
                  <a:cubicBezTo>
                    <a:pt x="6452" y="1578103"/>
                    <a:pt x="0" y="1501764"/>
                    <a:pt x="0" y="1425590"/>
                  </a:cubicBezTo>
                  <a:cubicBezTo>
                    <a:pt x="1133" y="1121885"/>
                    <a:pt x="63293" y="819004"/>
                    <a:pt x="179939" y="533498"/>
                  </a:cubicBezTo>
                  <a:cubicBezTo>
                    <a:pt x="209232" y="462183"/>
                    <a:pt x="240965" y="391527"/>
                    <a:pt x="276709" y="322519"/>
                  </a:cubicBezTo>
                  <a:cubicBezTo>
                    <a:pt x="311930" y="253262"/>
                    <a:pt x="350725" y="185489"/>
                    <a:pt x="392571" y="11928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58E67742-7BE5-458C-BC8D-9EE8557636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62838" y="1"/>
              <a:ext cx="4960548" cy="3526297"/>
            </a:xfrm>
            <a:custGeom>
              <a:avLst/>
              <a:gdLst>
                <a:gd name="connsiteX0" fmla="*/ 542883 w 4960548"/>
                <a:gd name="connsiteY0" fmla="*/ 0 h 3526297"/>
                <a:gd name="connsiteX1" fmla="*/ 826658 w 4960548"/>
                <a:gd name="connsiteY1" fmla="*/ 0 h 3526297"/>
                <a:gd name="connsiteX2" fmla="*/ 730698 w 4960548"/>
                <a:gd name="connsiteY2" fmla="*/ 89329 h 3526297"/>
                <a:gd name="connsiteX3" fmla="*/ 590295 w 4960548"/>
                <a:gd name="connsiteY3" fmla="*/ 244485 h 3526297"/>
                <a:gd name="connsiteX4" fmla="*/ 357524 w 4960548"/>
                <a:gd name="connsiteY4" fmla="*/ 587307 h 3526297"/>
                <a:gd name="connsiteX5" fmla="*/ 199554 w 4960548"/>
                <a:gd name="connsiteY5" fmla="*/ 966280 h 3526297"/>
                <a:gd name="connsiteX6" fmla="*/ 142104 w 4960548"/>
                <a:gd name="connsiteY6" fmla="*/ 1370286 h 3526297"/>
                <a:gd name="connsiteX7" fmla="*/ 166339 w 4960548"/>
                <a:gd name="connsiteY7" fmla="*/ 1568090 h 3526297"/>
                <a:gd name="connsiteX8" fmla="*/ 237914 w 4960548"/>
                <a:gd name="connsiteY8" fmla="*/ 1753129 h 3526297"/>
                <a:gd name="connsiteX9" fmla="*/ 287868 w 4960548"/>
                <a:gd name="connsiteY9" fmla="*/ 1840255 h 3526297"/>
                <a:gd name="connsiteX10" fmla="*/ 345232 w 4960548"/>
                <a:gd name="connsiteY10" fmla="*/ 1924581 h 3526297"/>
                <a:gd name="connsiteX11" fmla="*/ 477745 w 4960548"/>
                <a:gd name="connsiteY11" fmla="*/ 2087551 h 3526297"/>
                <a:gd name="connsiteX12" fmla="*/ 621156 w 4960548"/>
                <a:gd name="connsiteY12" fmla="*/ 2251756 h 3526297"/>
                <a:gd name="connsiteX13" fmla="*/ 692469 w 4960548"/>
                <a:gd name="connsiteY13" fmla="*/ 2337482 h 3526297"/>
                <a:gd name="connsiteX14" fmla="*/ 726731 w 4960548"/>
                <a:gd name="connsiteY14" fmla="*/ 2379562 h 3526297"/>
                <a:gd name="connsiteX15" fmla="*/ 760295 w 4960548"/>
                <a:gd name="connsiteY15" fmla="*/ 2419831 h 3526297"/>
                <a:gd name="connsiteX16" fmla="*/ 1048685 w 4960548"/>
                <a:gd name="connsiteY16" fmla="*/ 2717443 h 3526297"/>
                <a:gd name="connsiteX17" fmla="*/ 1202035 w 4960548"/>
                <a:gd name="connsiteY17" fmla="*/ 2851344 h 3526297"/>
                <a:gd name="connsiteX18" fmla="*/ 1362620 w 4960548"/>
                <a:gd name="connsiteY18" fmla="*/ 2974785 h 3526297"/>
                <a:gd name="connsiteX19" fmla="*/ 1721364 w 4960548"/>
                <a:gd name="connsiteY19" fmla="*/ 3170036 h 3526297"/>
                <a:gd name="connsiteX20" fmla="*/ 1922052 w 4960548"/>
                <a:gd name="connsiteY20" fmla="*/ 3225210 h 3526297"/>
                <a:gd name="connsiteX21" fmla="*/ 1973488 w 4960548"/>
                <a:gd name="connsiteY21" fmla="*/ 3234928 h 3526297"/>
                <a:gd name="connsiteX22" fmla="*/ 2025360 w 4960548"/>
                <a:gd name="connsiteY22" fmla="*/ 3243080 h 3526297"/>
                <a:gd name="connsiteX23" fmla="*/ 2130063 w 4960548"/>
                <a:gd name="connsiteY23" fmla="*/ 3254774 h 3526297"/>
                <a:gd name="connsiteX24" fmla="*/ 2182719 w 4960548"/>
                <a:gd name="connsiteY24" fmla="*/ 3258562 h 3526297"/>
                <a:gd name="connsiteX25" fmla="*/ 2235551 w 4960548"/>
                <a:gd name="connsiteY25" fmla="*/ 3261197 h 3526297"/>
                <a:gd name="connsiteX26" fmla="*/ 2288556 w 4960548"/>
                <a:gd name="connsiteY26" fmla="*/ 3262350 h 3526297"/>
                <a:gd name="connsiteX27" fmla="*/ 2341648 w 4960548"/>
                <a:gd name="connsiteY27" fmla="*/ 3262103 h 3526297"/>
                <a:gd name="connsiteX28" fmla="*/ 2368238 w 4960548"/>
                <a:gd name="connsiteY28" fmla="*/ 3261856 h 3526297"/>
                <a:gd name="connsiteX29" fmla="*/ 2393869 w 4960548"/>
                <a:gd name="connsiteY29" fmla="*/ 3260785 h 3526297"/>
                <a:gd name="connsiteX30" fmla="*/ 2419413 w 4960548"/>
                <a:gd name="connsiteY30" fmla="*/ 3259550 h 3526297"/>
                <a:gd name="connsiteX31" fmla="*/ 2444869 w 4960548"/>
                <a:gd name="connsiteY31" fmla="*/ 3257574 h 3526297"/>
                <a:gd name="connsiteX32" fmla="*/ 2545824 w 4960548"/>
                <a:gd name="connsiteY32" fmla="*/ 3245798 h 3526297"/>
                <a:gd name="connsiteX33" fmla="*/ 2930373 w 4960548"/>
                <a:gd name="connsiteY33" fmla="*/ 3126555 h 3526297"/>
                <a:gd name="connsiteX34" fmla="*/ 3285631 w 4960548"/>
                <a:gd name="connsiteY34" fmla="*/ 2917552 h 3526297"/>
                <a:gd name="connsiteX35" fmla="*/ 3371764 w 4960548"/>
                <a:gd name="connsiteY35" fmla="*/ 2856120 h 3526297"/>
                <a:gd name="connsiteX36" fmla="*/ 3457898 w 4960548"/>
                <a:gd name="connsiteY36" fmla="*/ 2792628 h 3526297"/>
                <a:gd name="connsiteX37" fmla="*/ 3632344 w 4960548"/>
                <a:gd name="connsiteY37" fmla="*/ 2660869 h 3526297"/>
                <a:gd name="connsiteX38" fmla="*/ 3990915 w 4960548"/>
                <a:gd name="connsiteY38" fmla="*/ 2405832 h 3526297"/>
                <a:gd name="connsiteX39" fmla="*/ 4324988 w 4960548"/>
                <a:gd name="connsiteY39" fmla="*/ 2152196 h 3526297"/>
                <a:gd name="connsiteX40" fmla="*/ 4592106 w 4960548"/>
                <a:gd name="connsiteY40" fmla="*/ 1861501 h 3526297"/>
                <a:gd name="connsiteX41" fmla="*/ 4683122 w 4960548"/>
                <a:gd name="connsiteY41" fmla="*/ 1692521 h 3526297"/>
                <a:gd name="connsiteX42" fmla="*/ 4738568 w 4960548"/>
                <a:gd name="connsiteY42" fmla="*/ 1507893 h 3526297"/>
                <a:gd name="connsiteX43" fmla="*/ 4753912 w 4960548"/>
                <a:gd name="connsiteY43" fmla="*/ 1411050 h 3526297"/>
                <a:gd name="connsiteX44" fmla="*/ 4756440 w 4960548"/>
                <a:gd name="connsiteY44" fmla="*/ 1386509 h 3526297"/>
                <a:gd name="connsiteX45" fmla="*/ 4758358 w 4960548"/>
                <a:gd name="connsiteY45" fmla="*/ 1361475 h 3526297"/>
                <a:gd name="connsiteX46" fmla="*/ 4761148 w 4960548"/>
                <a:gd name="connsiteY46" fmla="*/ 1309759 h 3526297"/>
                <a:gd name="connsiteX47" fmla="*/ 4756354 w 4960548"/>
                <a:gd name="connsiteY47" fmla="*/ 1102980 h 3526297"/>
                <a:gd name="connsiteX48" fmla="*/ 4725578 w 4960548"/>
                <a:gd name="connsiteY48" fmla="*/ 898753 h 3526297"/>
                <a:gd name="connsiteX49" fmla="*/ 4673358 w 4960548"/>
                <a:gd name="connsiteY49" fmla="*/ 699384 h 3526297"/>
                <a:gd name="connsiteX50" fmla="*/ 4538491 w 4960548"/>
                <a:gd name="connsiteY50" fmla="*/ 312754 h 3526297"/>
                <a:gd name="connsiteX51" fmla="*/ 4446604 w 4960548"/>
                <a:gd name="connsiteY51" fmla="*/ 129196 h 3526297"/>
                <a:gd name="connsiteX52" fmla="*/ 4419840 w 4960548"/>
                <a:gd name="connsiteY52" fmla="*/ 85222 h 3526297"/>
                <a:gd name="connsiteX53" fmla="*/ 4391680 w 4960548"/>
                <a:gd name="connsiteY53" fmla="*/ 42071 h 3526297"/>
                <a:gd name="connsiteX54" fmla="*/ 4361930 w 4960548"/>
                <a:gd name="connsiteY54" fmla="*/ 0 h 3526297"/>
                <a:gd name="connsiteX55" fmla="*/ 4588871 w 4960548"/>
                <a:gd name="connsiteY55" fmla="*/ 0 h 3526297"/>
                <a:gd name="connsiteX56" fmla="*/ 4613640 w 4960548"/>
                <a:gd name="connsiteY56" fmla="*/ 38859 h 3526297"/>
                <a:gd name="connsiteX57" fmla="*/ 4724445 w 4960548"/>
                <a:gd name="connsiteY57" fmla="*/ 234687 h 3526297"/>
                <a:gd name="connsiteX58" fmla="*/ 4876138 w 4960548"/>
                <a:gd name="connsiteY58" fmla="*/ 653022 h 3526297"/>
                <a:gd name="connsiteX59" fmla="*/ 4911707 w 4960548"/>
                <a:gd name="connsiteY59" fmla="*/ 870671 h 3526297"/>
                <a:gd name="connsiteX60" fmla="*/ 4934810 w 4960548"/>
                <a:gd name="connsiteY60" fmla="*/ 1088487 h 3526297"/>
                <a:gd name="connsiteX61" fmla="*/ 4953206 w 4960548"/>
                <a:gd name="connsiteY61" fmla="*/ 1306301 h 3526297"/>
                <a:gd name="connsiteX62" fmla="*/ 4956954 w 4960548"/>
                <a:gd name="connsiteY62" fmla="*/ 1360899 h 3526297"/>
                <a:gd name="connsiteX63" fmla="*/ 4958610 w 4960548"/>
                <a:gd name="connsiteY63" fmla="*/ 1388980 h 3526297"/>
                <a:gd name="connsiteX64" fmla="*/ 4959830 w 4960548"/>
                <a:gd name="connsiteY64" fmla="*/ 1417555 h 3526297"/>
                <a:gd name="connsiteX65" fmla="*/ 4958174 w 4960548"/>
                <a:gd name="connsiteY65" fmla="*/ 1532680 h 3526297"/>
                <a:gd name="connsiteX66" fmla="*/ 4834030 w 4960548"/>
                <a:gd name="connsiteY66" fmla="*/ 1984861 h 3526297"/>
                <a:gd name="connsiteX67" fmla="*/ 4558106 w 4960548"/>
                <a:gd name="connsiteY67" fmla="*/ 2368857 h 3526297"/>
                <a:gd name="connsiteX68" fmla="*/ 4389936 w 4960548"/>
                <a:gd name="connsiteY68" fmla="*/ 2528945 h 3526297"/>
                <a:gd name="connsiteX69" fmla="*/ 4214618 w 4960548"/>
                <a:gd name="connsiteY69" fmla="*/ 2674457 h 3526297"/>
                <a:gd name="connsiteX70" fmla="*/ 3858489 w 4960548"/>
                <a:gd name="connsiteY70" fmla="*/ 2936658 h 3526297"/>
                <a:gd name="connsiteX71" fmla="*/ 3768868 w 4960548"/>
                <a:gd name="connsiteY71" fmla="*/ 3000643 h 3526297"/>
                <a:gd name="connsiteX72" fmla="*/ 3676806 w 4960548"/>
                <a:gd name="connsiteY72" fmla="*/ 3065040 h 3526297"/>
                <a:gd name="connsiteX73" fmla="*/ 3582477 w 4960548"/>
                <a:gd name="connsiteY73" fmla="*/ 3128614 h 3526297"/>
                <a:gd name="connsiteX74" fmla="*/ 3485185 w 4960548"/>
                <a:gd name="connsiteY74" fmla="*/ 3190377 h 3526297"/>
                <a:gd name="connsiteX75" fmla="*/ 3280923 w 4960548"/>
                <a:gd name="connsiteY75" fmla="*/ 3306325 h 3526297"/>
                <a:gd name="connsiteX76" fmla="*/ 3061230 w 4960548"/>
                <a:gd name="connsiteY76" fmla="*/ 3404897 h 3526297"/>
                <a:gd name="connsiteX77" fmla="*/ 2583137 w 4960548"/>
                <a:gd name="connsiteY77" fmla="*/ 3518292 h 3526297"/>
                <a:gd name="connsiteX78" fmla="*/ 2460038 w 4960548"/>
                <a:gd name="connsiteY78" fmla="*/ 3525622 h 3526297"/>
                <a:gd name="connsiteX79" fmla="*/ 2429264 w 4960548"/>
                <a:gd name="connsiteY79" fmla="*/ 3526280 h 3526297"/>
                <a:gd name="connsiteX80" fmla="*/ 2398576 w 4960548"/>
                <a:gd name="connsiteY80" fmla="*/ 3526116 h 3526297"/>
                <a:gd name="connsiteX81" fmla="*/ 2367977 w 4960548"/>
                <a:gd name="connsiteY81" fmla="*/ 3525786 h 3526297"/>
                <a:gd name="connsiteX82" fmla="*/ 2338249 w 4960548"/>
                <a:gd name="connsiteY82" fmla="*/ 3524716 h 3526297"/>
                <a:gd name="connsiteX83" fmla="*/ 2100770 w 4960548"/>
                <a:gd name="connsiteY83" fmla="*/ 3506845 h 3526297"/>
                <a:gd name="connsiteX84" fmla="*/ 1864776 w 4960548"/>
                <a:gd name="connsiteY84" fmla="*/ 3467483 h 3526297"/>
                <a:gd name="connsiteX85" fmla="*/ 1632964 w 4960548"/>
                <a:gd name="connsiteY85" fmla="*/ 3405803 h 3526297"/>
                <a:gd name="connsiteX86" fmla="*/ 1189219 w 4960548"/>
                <a:gd name="connsiteY86" fmla="*/ 3220352 h 3526297"/>
                <a:gd name="connsiteX87" fmla="*/ 815305 w 4960548"/>
                <a:gd name="connsiteY87" fmla="*/ 2931634 h 3526297"/>
                <a:gd name="connsiteX88" fmla="*/ 663699 w 4960548"/>
                <a:gd name="connsiteY88" fmla="*/ 2757877 h 3526297"/>
                <a:gd name="connsiteX89" fmla="*/ 531274 w 4960548"/>
                <a:gd name="connsiteY89" fmla="*/ 2573907 h 3526297"/>
                <a:gd name="connsiteX90" fmla="*/ 500325 w 4960548"/>
                <a:gd name="connsiteY90" fmla="*/ 2527051 h 3526297"/>
                <a:gd name="connsiteX91" fmla="*/ 470771 w 4960548"/>
                <a:gd name="connsiteY91" fmla="*/ 2481594 h 3526297"/>
                <a:gd name="connsiteX92" fmla="*/ 412448 w 4960548"/>
                <a:gd name="connsiteY92" fmla="*/ 2393479 h 3526297"/>
                <a:gd name="connsiteX93" fmla="*/ 291616 w 4960548"/>
                <a:gd name="connsiteY93" fmla="*/ 2213464 h 3526297"/>
                <a:gd name="connsiteX94" fmla="*/ 173662 w 4960548"/>
                <a:gd name="connsiteY94" fmla="*/ 2023154 h 3526297"/>
                <a:gd name="connsiteX95" fmla="*/ 120483 w 4960548"/>
                <a:gd name="connsiteY95" fmla="*/ 1922276 h 3526297"/>
                <a:gd name="connsiteX96" fmla="*/ 75324 w 4960548"/>
                <a:gd name="connsiteY96" fmla="*/ 1816703 h 3526297"/>
                <a:gd name="connsiteX97" fmla="*/ 40713 w 4960548"/>
                <a:gd name="connsiteY97" fmla="*/ 1707179 h 3526297"/>
                <a:gd name="connsiteX98" fmla="*/ 27811 w 4960548"/>
                <a:gd name="connsiteY98" fmla="*/ 1651346 h 3526297"/>
                <a:gd name="connsiteX99" fmla="*/ 22144 w 4960548"/>
                <a:gd name="connsiteY99" fmla="*/ 1623346 h 3526297"/>
                <a:gd name="connsiteX100" fmla="*/ 17436 w 4960548"/>
                <a:gd name="connsiteY100" fmla="*/ 1595265 h 3526297"/>
                <a:gd name="connsiteX101" fmla="*/ 0 w 4960548"/>
                <a:gd name="connsiteY101" fmla="*/ 1370286 h 3526297"/>
                <a:gd name="connsiteX102" fmla="*/ 48385 w 4960548"/>
                <a:gd name="connsiteY102" fmla="*/ 931939 h 3526297"/>
                <a:gd name="connsiteX103" fmla="*/ 193801 w 4960548"/>
                <a:gd name="connsiteY103" fmla="*/ 511957 h 3526297"/>
                <a:gd name="connsiteX104" fmla="*/ 431660 w 4960548"/>
                <a:gd name="connsiteY104" fmla="*/ 131379 h 3526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4960548" h="3526297">
                  <a:moveTo>
                    <a:pt x="542883" y="0"/>
                  </a:moveTo>
                  <a:lnTo>
                    <a:pt x="826658" y="0"/>
                  </a:lnTo>
                  <a:lnTo>
                    <a:pt x="730698" y="89329"/>
                  </a:lnTo>
                  <a:cubicBezTo>
                    <a:pt x="681528" y="139120"/>
                    <a:pt x="634626" y="190876"/>
                    <a:pt x="590295" y="244485"/>
                  </a:cubicBezTo>
                  <a:cubicBezTo>
                    <a:pt x="501458" y="351540"/>
                    <a:pt x="423083" y="466336"/>
                    <a:pt x="357524" y="587307"/>
                  </a:cubicBezTo>
                  <a:cubicBezTo>
                    <a:pt x="291965" y="708196"/>
                    <a:pt x="237391" y="834767"/>
                    <a:pt x="199554" y="966280"/>
                  </a:cubicBezTo>
                  <a:cubicBezTo>
                    <a:pt x="161632" y="1097463"/>
                    <a:pt x="142016" y="1233833"/>
                    <a:pt x="142104" y="1370286"/>
                  </a:cubicBezTo>
                  <a:cubicBezTo>
                    <a:pt x="142888" y="1437319"/>
                    <a:pt x="149862" y="1503858"/>
                    <a:pt x="166339" y="1568090"/>
                  </a:cubicBezTo>
                  <a:cubicBezTo>
                    <a:pt x="182555" y="1632405"/>
                    <a:pt x="207750" y="1693921"/>
                    <a:pt x="237914" y="1753129"/>
                  </a:cubicBezTo>
                  <a:cubicBezTo>
                    <a:pt x="253170" y="1782693"/>
                    <a:pt x="270084" y="1811680"/>
                    <a:pt x="287868" y="1840255"/>
                  </a:cubicBezTo>
                  <a:cubicBezTo>
                    <a:pt x="305914" y="1868748"/>
                    <a:pt x="325181" y="1896830"/>
                    <a:pt x="345232" y="1924581"/>
                  </a:cubicBezTo>
                  <a:cubicBezTo>
                    <a:pt x="385858" y="1979920"/>
                    <a:pt x="431017" y="2033612"/>
                    <a:pt x="477745" y="2087551"/>
                  </a:cubicBezTo>
                  <a:cubicBezTo>
                    <a:pt x="524474" y="2141573"/>
                    <a:pt x="573294" y="2195594"/>
                    <a:pt x="621156" y="2251756"/>
                  </a:cubicBezTo>
                  <a:cubicBezTo>
                    <a:pt x="645130" y="2279755"/>
                    <a:pt x="668843" y="2308412"/>
                    <a:pt x="692469" y="2337482"/>
                  </a:cubicBezTo>
                  <a:lnTo>
                    <a:pt x="726731" y="2379562"/>
                  </a:lnTo>
                  <a:cubicBezTo>
                    <a:pt x="737977" y="2392986"/>
                    <a:pt x="748700" y="2406738"/>
                    <a:pt x="760295" y="2419831"/>
                  </a:cubicBezTo>
                  <a:cubicBezTo>
                    <a:pt x="850788" y="2526392"/>
                    <a:pt x="948952" y="2624470"/>
                    <a:pt x="1048685" y="2717443"/>
                  </a:cubicBezTo>
                  <a:cubicBezTo>
                    <a:pt x="1098814" y="2763724"/>
                    <a:pt x="1149814" y="2808439"/>
                    <a:pt x="1202035" y="2851344"/>
                  </a:cubicBezTo>
                  <a:cubicBezTo>
                    <a:pt x="1254256" y="2894248"/>
                    <a:pt x="1307435" y="2935752"/>
                    <a:pt x="1362620" y="2974785"/>
                  </a:cubicBezTo>
                  <a:cubicBezTo>
                    <a:pt x="1472554" y="3053017"/>
                    <a:pt x="1591118" y="3122932"/>
                    <a:pt x="1721364" y="3170036"/>
                  </a:cubicBezTo>
                  <a:cubicBezTo>
                    <a:pt x="1786314" y="3193588"/>
                    <a:pt x="1853617" y="3211622"/>
                    <a:pt x="1922052" y="3225210"/>
                  </a:cubicBezTo>
                  <a:cubicBezTo>
                    <a:pt x="1939227" y="3228422"/>
                    <a:pt x="1956227" y="3232128"/>
                    <a:pt x="1973488" y="3234928"/>
                  </a:cubicBezTo>
                  <a:lnTo>
                    <a:pt x="2025360" y="3243080"/>
                  </a:lnTo>
                  <a:cubicBezTo>
                    <a:pt x="2060145" y="3247445"/>
                    <a:pt x="2094930" y="3252056"/>
                    <a:pt x="2130063" y="3254774"/>
                  </a:cubicBezTo>
                  <a:cubicBezTo>
                    <a:pt x="2147587" y="3256338"/>
                    <a:pt x="2165109" y="3257821"/>
                    <a:pt x="2182719" y="3258562"/>
                  </a:cubicBezTo>
                  <a:cubicBezTo>
                    <a:pt x="2200330" y="3259385"/>
                    <a:pt x="2217853" y="3260703"/>
                    <a:pt x="2235551" y="3261197"/>
                  </a:cubicBezTo>
                  <a:lnTo>
                    <a:pt x="2288556" y="3262350"/>
                  </a:lnTo>
                  <a:cubicBezTo>
                    <a:pt x="2306166" y="3262761"/>
                    <a:pt x="2323951" y="3262185"/>
                    <a:pt x="2341648" y="3262103"/>
                  </a:cubicBezTo>
                  <a:lnTo>
                    <a:pt x="2368238" y="3261856"/>
                  </a:lnTo>
                  <a:cubicBezTo>
                    <a:pt x="2376869" y="3261609"/>
                    <a:pt x="2385325" y="3261115"/>
                    <a:pt x="2393869" y="3260785"/>
                  </a:cubicBezTo>
                  <a:cubicBezTo>
                    <a:pt x="2402412" y="3260373"/>
                    <a:pt x="2410956" y="3260127"/>
                    <a:pt x="2419413" y="3259550"/>
                  </a:cubicBezTo>
                  <a:lnTo>
                    <a:pt x="2444869" y="3257574"/>
                  </a:lnTo>
                  <a:cubicBezTo>
                    <a:pt x="2478782" y="3255021"/>
                    <a:pt x="2512434" y="3250739"/>
                    <a:pt x="2545824" y="3245798"/>
                  </a:cubicBezTo>
                  <a:cubicBezTo>
                    <a:pt x="2679470" y="3224881"/>
                    <a:pt x="2807973" y="3183954"/>
                    <a:pt x="2930373" y="3126555"/>
                  </a:cubicBezTo>
                  <a:cubicBezTo>
                    <a:pt x="3053210" y="3069817"/>
                    <a:pt x="3170118" y="2997184"/>
                    <a:pt x="3285631" y="2917552"/>
                  </a:cubicBezTo>
                  <a:cubicBezTo>
                    <a:pt x="3314487" y="2897706"/>
                    <a:pt x="3343169" y="2876954"/>
                    <a:pt x="3371764" y="2856120"/>
                  </a:cubicBezTo>
                  <a:cubicBezTo>
                    <a:pt x="3400534" y="2835285"/>
                    <a:pt x="3429216" y="2814121"/>
                    <a:pt x="3457898" y="2792628"/>
                  </a:cubicBezTo>
                  <a:lnTo>
                    <a:pt x="3632344" y="2660869"/>
                  </a:lnTo>
                  <a:cubicBezTo>
                    <a:pt x="3752043" y="2571190"/>
                    <a:pt x="3872873" y="2487687"/>
                    <a:pt x="3990915" y="2405832"/>
                  </a:cubicBezTo>
                  <a:cubicBezTo>
                    <a:pt x="4108869" y="2323976"/>
                    <a:pt x="4222378" y="2241297"/>
                    <a:pt x="4324988" y="2152196"/>
                  </a:cubicBezTo>
                  <a:cubicBezTo>
                    <a:pt x="4427598" y="2063258"/>
                    <a:pt x="4520270" y="1968474"/>
                    <a:pt x="4592106" y="1861501"/>
                  </a:cubicBezTo>
                  <a:cubicBezTo>
                    <a:pt x="4628024" y="1808057"/>
                    <a:pt x="4658712" y="1751730"/>
                    <a:pt x="4683122" y="1692521"/>
                  </a:cubicBezTo>
                  <a:cubicBezTo>
                    <a:pt x="4707706" y="1633393"/>
                    <a:pt x="4725404" y="1571467"/>
                    <a:pt x="4738568" y="1507893"/>
                  </a:cubicBezTo>
                  <a:cubicBezTo>
                    <a:pt x="4745106" y="1476106"/>
                    <a:pt x="4750338" y="1443742"/>
                    <a:pt x="4753912" y="1411050"/>
                  </a:cubicBezTo>
                  <a:cubicBezTo>
                    <a:pt x="4754958" y="1402897"/>
                    <a:pt x="4755656" y="1394662"/>
                    <a:pt x="4756440" y="1386509"/>
                  </a:cubicBezTo>
                  <a:cubicBezTo>
                    <a:pt x="4757138" y="1378274"/>
                    <a:pt x="4758010" y="1370204"/>
                    <a:pt x="4758358" y="1361475"/>
                  </a:cubicBezTo>
                  <a:lnTo>
                    <a:pt x="4761148" y="1309759"/>
                  </a:lnTo>
                  <a:cubicBezTo>
                    <a:pt x="4763676" y="1240751"/>
                    <a:pt x="4762106" y="1171659"/>
                    <a:pt x="4756354" y="1102980"/>
                  </a:cubicBezTo>
                  <a:cubicBezTo>
                    <a:pt x="4750774" y="1034218"/>
                    <a:pt x="4740050" y="966033"/>
                    <a:pt x="4725578" y="898753"/>
                  </a:cubicBezTo>
                  <a:cubicBezTo>
                    <a:pt x="4710932" y="831473"/>
                    <a:pt x="4692624" y="765100"/>
                    <a:pt x="4673358" y="699384"/>
                  </a:cubicBezTo>
                  <a:cubicBezTo>
                    <a:pt x="4634912" y="568037"/>
                    <a:pt x="4592456" y="438419"/>
                    <a:pt x="4538491" y="312754"/>
                  </a:cubicBezTo>
                  <a:cubicBezTo>
                    <a:pt x="4511464" y="250003"/>
                    <a:pt x="4481301" y="188406"/>
                    <a:pt x="4446604" y="129196"/>
                  </a:cubicBezTo>
                  <a:cubicBezTo>
                    <a:pt x="4438147" y="114291"/>
                    <a:pt x="4428819" y="99798"/>
                    <a:pt x="4419840" y="85222"/>
                  </a:cubicBezTo>
                  <a:cubicBezTo>
                    <a:pt x="4410598" y="70728"/>
                    <a:pt x="4401008" y="56482"/>
                    <a:pt x="4391680" y="42071"/>
                  </a:cubicBezTo>
                  <a:lnTo>
                    <a:pt x="4361930" y="0"/>
                  </a:lnTo>
                  <a:lnTo>
                    <a:pt x="4588871" y="0"/>
                  </a:lnTo>
                  <a:lnTo>
                    <a:pt x="4613640" y="38859"/>
                  </a:lnTo>
                  <a:cubicBezTo>
                    <a:pt x="4653306" y="102762"/>
                    <a:pt x="4690706" y="167901"/>
                    <a:pt x="4724445" y="234687"/>
                  </a:cubicBezTo>
                  <a:cubicBezTo>
                    <a:pt x="4792096" y="368257"/>
                    <a:pt x="4844230" y="508828"/>
                    <a:pt x="4876138" y="653022"/>
                  </a:cubicBezTo>
                  <a:cubicBezTo>
                    <a:pt x="4892005" y="725161"/>
                    <a:pt x="4903077" y="797874"/>
                    <a:pt x="4911707" y="870671"/>
                  </a:cubicBezTo>
                  <a:cubicBezTo>
                    <a:pt x="4920513" y="943386"/>
                    <a:pt x="4927574" y="1016019"/>
                    <a:pt x="4934810" y="1088487"/>
                  </a:cubicBezTo>
                  <a:cubicBezTo>
                    <a:pt x="4941697" y="1161036"/>
                    <a:pt x="4947799" y="1233586"/>
                    <a:pt x="4953206" y="1306301"/>
                  </a:cubicBezTo>
                  <a:lnTo>
                    <a:pt x="4956954" y="1360899"/>
                  </a:lnTo>
                  <a:cubicBezTo>
                    <a:pt x="4957651" y="1369875"/>
                    <a:pt x="4958087" y="1379510"/>
                    <a:pt x="4958610" y="1388980"/>
                  </a:cubicBezTo>
                  <a:cubicBezTo>
                    <a:pt x="4959133" y="1398450"/>
                    <a:pt x="4959656" y="1408003"/>
                    <a:pt x="4959830" y="1417555"/>
                  </a:cubicBezTo>
                  <a:cubicBezTo>
                    <a:pt x="4961138" y="1455683"/>
                    <a:pt x="4960702" y="1494140"/>
                    <a:pt x="4958174" y="1532680"/>
                  </a:cubicBezTo>
                  <a:cubicBezTo>
                    <a:pt x="4948760" y="1686920"/>
                    <a:pt x="4904908" y="1842314"/>
                    <a:pt x="4834030" y="1984861"/>
                  </a:cubicBezTo>
                  <a:cubicBezTo>
                    <a:pt x="4763328" y="2127820"/>
                    <a:pt x="4665860" y="2256121"/>
                    <a:pt x="4558106" y="2368857"/>
                  </a:cubicBezTo>
                  <a:cubicBezTo>
                    <a:pt x="4504230" y="2425432"/>
                    <a:pt x="4447650" y="2478465"/>
                    <a:pt x="4389936" y="2528945"/>
                  </a:cubicBezTo>
                  <a:cubicBezTo>
                    <a:pt x="4332223" y="2579425"/>
                    <a:pt x="4273726" y="2628011"/>
                    <a:pt x="4214618" y="2674457"/>
                  </a:cubicBezTo>
                  <a:cubicBezTo>
                    <a:pt x="4096664" y="2767759"/>
                    <a:pt x="3976094" y="2852826"/>
                    <a:pt x="3858489" y="2936658"/>
                  </a:cubicBezTo>
                  <a:lnTo>
                    <a:pt x="3768868" y="3000643"/>
                  </a:lnTo>
                  <a:cubicBezTo>
                    <a:pt x="3738530" y="3022136"/>
                    <a:pt x="3707929" y="3043794"/>
                    <a:pt x="3676806" y="3065040"/>
                  </a:cubicBezTo>
                  <a:cubicBezTo>
                    <a:pt x="3645770" y="3086369"/>
                    <a:pt x="3614386" y="3107615"/>
                    <a:pt x="3582477" y="3128614"/>
                  </a:cubicBezTo>
                  <a:cubicBezTo>
                    <a:pt x="3550483" y="3149449"/>
                    <a:pt x="3518226" y="3170118"/>
                    <a:pt x="3485185" y="3190377"/>
                  </a:cubicBezTo>
                  <a:cubicBezTo>
                    <a:pt x="3419452" y="3230975"/>
                    <a:pt x="3351625" y="3270338"/>
                    <a:pt x="3280923" y="3306325"/>
                  </a:cubicBezTo>
                  <a:cubicBezTo>
                    <a:pt x="3210307" y="3342476"/>
                    <a:pt x="3137251" y="3376074"/>
                    <a:pt x="3061230" y="3404897"/>
                  </a:cubicBezTo>
                  <a:cubicBezTo>
                    <a:pt x="2909886" y="3463366"/>
                    <a:pt x="2747295" y="3502810"/>
                    <a:pt x="2583137" y="3518292"/>
                  </a:cubicBezTo>
                  <a:cubicBezTo>
                    <a:pt x="2542075" y="3521999"/>
                    <a:pt x="2501013" y="3524798"/>
                    <a:pt x="2460038" y="3525622"/>
                  </a:cubicBezTo>
                  <a:lnTo>
                    <a:pt x="2429264" y="3526280"/>
                  </a:lnTo>
                  <a:cubicBezTo>
                    <a:pt x="2419064" y="3526363"/>
                    <a:pt x="2408777" y="3526116"/>
                    <a:pt x="2398576" y="3526116"/>
                  </a:cubicBezTo>
                  <a:lnTo>
                    <a:pt x="2367977" y="3525786"/>
                  </a:lnTo>
                  <a:lnTo>
                    <a:pt x="2338249" y="3524716"/>
                  </a:lnTo>
                  <a:cubicBezTo>
                    <a:pt x="2259089" y="3522327"/>
                    <a:pt x="2179756" y="3516399"/>
                    <a:pt x="2100770" y="3506845"/>
                  </a:cubicBezTo>
                  <a:cubicBezTo>
                    <a:pt x="2021699" y="3497787"/>
                    <a:pt x="1942801" y="3484776"/>
                    <a:pt x="1864776" y="3467483"/>
                  </a:cubicBezTo>
                  <a:cubicBezTo>
                    <a:pt x="1786836" y="3450025"/>
                    <a:pt x="1709508" y="3429355"/>
                    <a:pt x="1632964" y="3405803"/>
                  </a:cubicBezTo>
                  <a:cubicBezTo>
                    <a:pt x="1480138" y="3358288"/>
                    <a:pt x="1329055" y="3299160"/>
                    <a:pt x="1189219" y="3220352"/>
                  </a:cubicBezTo>
                  <a:cubicBezTo>
                    <a:pt x="1049296" y="3141708"/>
                    <a:pt x="924367" y="3041982"/>
                    <a:pt x="815305" y="2931634"/>
                  </a:cubicBezTo>
                  <a:cubicBezTo>
                    <a:pt x="760469" y="2876542"/>
                    <a:pt x="710603" y="2817909"/>
                    <a:pt x="663699" y="2757877"/>
                  </a:cubicBezTo>
                  <a:cubicBezTo>
                    <a:pt x="617059" y="2697597"/>
                    <a:pt x="572684" y="2636411"/>
                    <a:pt x="531274" y="2573907"/>
                  </a:cubicBezTo>
                  <a:cubicBezTo>
                    <a:pt x="520638" y="2558426"/>
                    <a:pt x="510612" y="2542697"/>
                    <a:pt x="500325" y="2527051"/>
                  </a:cubicBezTo>
                  <a:lnTo>
                    <a:pt x="470771" y="2481594"/>
                  </a:lnTo>
                  <a:cubicBezTo>
                    <a:pt x="451853" y="2452195"/>
                    <a:pt x="432238" y="2423043"/>
                    <a:pt x="412448" y="2393479"/>
                  </a:cubicBezTo>
                  <a:lnTo>
                    <a:pt x="291616" y="2213464"/>
                  </a:lnTo>
                  <a:cubicBezTo>
                    <a:pt x="251078" y="2152113"/>
                    <a:pt x="211062" y="2088951"/>
                    <a:pt x="173662" y="2023154"/>
                  </a:cubicBezTo>
                  <a:cubicBezTo>
                    <a:pt x="155005" y="1990214"/>
                    <a:pt x="136960" y="1956697"/>
                    <a:pt x="120483" y="1922276"/>
                  </a:cubicBezTo>
                  <a:cubicBezTo>
                    <a:pt x="104093" y="1887771"/>
                    <a:pt x="88837" y="1852608"/>
                    <a:pt x="75324" y="1816703"/>
                  </a:cubicBezTo>
                  <a:cubicBezTo>
                    <a:pt x="62072" y="1780717"/>
                    <a:pt x="50303" y="1744235"/>
                    <a:pt x="40713" y="1707179"/>
                  </a:cubicBezTo>
                  <a:cubicBezTo>
                    <a:pt x="36180" y="1688650"/>
                    <a:pt x="31560" y="1670039"/>
                    <a:pt x="27811" y="1651346"/>
                  </a:cubicBezTo>
                  <a:lnTo>
                    <a:pt x="22144" y="1623346"/>
                  </a:lnTo>
                  <a:lnTo>
                    <a:pt x="17436" y="1595265"/>
                  </a:lnTo>
                  <a:cubicBezTo>
                    <a:pt x="5144" y="1520328"/>
                    <a:pt x="0" y="1444978"/>
                    <a:pt x="0" y="1370286"/>
                  </a:cubicBezTo>
                  <a:cubicBezTo>
                    <a:pt x="349" y="1223293"/>
                    <a:pt x="16652" y="1076299"/>
                    <a:pt x="48385" y="931939"/>
                  </a:cubicBezTo>
                  <a:cubicBezTo>
                    <a:pt x="80032" y="787663"/>
                    <a:pt x="128504" y="646187"/>
                    <a:pt x="193801" y="511957"/>
                  </a:cubicBezTo>
                  <a:cubicBezTo>
                    <a:pt x="259404" y="377727"/>
                    <a:pt x="339740" y="250559"/>
                    <a:pt x="431660" y="13137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EB03BE98-6C07-41CD-ACA9-5244A3DA10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61928" y="0"/>
              <a:ext cx="4934374" cy="3484134"/>
            </a:xfrm>
            <a:custGeom>
              <a:avLst/>
              <a:gdLst>
                <a:gd name="connsiteX0" fmla="*/ 585303 w 4934374"/>
                <a:gd name="connsiteY0" fmla="*/ 0 h 3484134"/>
                <a:gd name="connsiteX1" fmla="*/ 1213739 w 4934374"/>
                <a:gd name="connsiteY1" fmla="*/ 0 h 3484134"/>
                <a:gd name="connsiteX2" fmla="*/ 1150162 w 4934374"/>
                <a:gd name="connsiteY2" fmla="*/ 47028 h 3484134"/>
                <a:gd name="connsiteX3" fmla="*/ 626038 w 4934374"/>
                <a:gd name="connsiteY3" fmla="*/ 660944 h 3484134"/>
                <a:gd name="connsiteX4" fmla="*/ 435986 w 4934374"/>
                <a:gd name="connsiteY4" fmla="*/ 1375409 h 3484134"/>
                <a:gd name="connsiteX5" fmla="*/ 750530 w 4934374"/>
                <a:gd name="connsiteY5" fmla="*/ 2038817 h 3484134"/>
                <a:gd name="connsiteX6" fmla="*/ 909024 w 4934374"/>
                <a:gd name="connsiteY6" fmla="*/ 2249384 h 3484134"/>
                <a:gd name="connsiteX7" fmla="*/ 2396223 w 4934374"/>
                <a:gd name="connsiteY7" fmla="*/ 3072468 h 3484134"/>
                <a:gd name="connsiteX8" fmla="*/ 3525201 w 4934374"/>
                <a:gd name="connsiteY8" fmla="*/ 2566101 h 3484134"/>
                <a:gd name="connsiteX9" fmla="*/ 3662596 w 4934374"/>
                <a:gd name="connsiteY9" fmla="*/ 2465552 h 3484134"/>
                <a:gd name="connsiteX10" fmla="*/ 4287500 w 4934374"/>
                <a:gd name="connsiteY10" fmla="*/ 1939915 h 3484134"/>
                <a:gd name="connsiteX11" fmla="*/ 4498563 w 4934374"/>
                <a:gd name="connsiteY11" fmla="*/ 1375409 h 3484134"/>
                <a:gd name="connsiteX12" fmla="*/ 4132831 w 4934374"/>
                <a:gd name="connsiteY12" fmla="*/ 134540 h 3484134"/>
                <a:gd name="connsiteX13" fmla="*/ 4025590 w 4934374"/>
                <a:gd name="connsiteY13" fmla="*/ 0 h 3484134"/>
                <a:gd name="connsiteX14" fmla="*/ 4555675 w 4934374"/>
                <a:gd name="connsiteY14" fmla="*/ 0 h 3484134"/>
                <a:gd name="connsiteX15" fmla="*/ 4605933 w 4934374"/>
                <a:gd name="connsiteY15" fmla="*/ 77740 h 3484134"/>
                <a:gd name="connsiteX16" fmla="*/ 4934374 w 4934374"/>
                <a:gd name="connsiteY16" fmla="*/ 1375327 h 3484134"/>
                <a:gd name="connsiteX17" fmla="*/ 3793540 w 4934374"/>
                <a:gd name="connsiteY17" fmla="*/ 2890475 h 3484134"/>
                <a:gd name="connsiteX18" fmla="*/ 2396135 w 4934374"/>
                <a:gd name="connsiteY18" fmla="*/ 3484134 h 3484134"/>
                <a:gd name="connsiteX19" fmla="*/ 548273 w 4934374"/>
                <a:gd name="connsiteY19" fmla="*/ 2480458 h 3484134"/>
                <a:gd name="connsiteX20" fmla="*/ 0 w 4934374"/>
                <a:gd name="connsiteY20" fmla="*/ 1375327 h 3484134"/>
                <a:gd name="connsiteX21" fmla="*/ 512166 w 4934374"/>
                <a:gd name="connsiteY21" fmla="*/ 77740 h 3484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934374" h="3484134">
                  <a:moveTo>
                    <a:pt x="585303" y="0"/>
                  </a:moveTo>
                  <a:lnTo>
                    <a:pt x="1213739" y="0"/>
                  </a:lnTo>
                  <a:lnTo>
                    <a:pt x="1150162" y="47028"/>
                  </a:lnTo>
                  <a:cubicBezTo>
                    <a:pt x="925762" y="228608"/>
                    <a:pt x="749397" y="435224"/>
                    <a:pt x="626038" y="660944"/>
                  </a:cubicBezTo>
                  <a:cubicBezTo>
                    <a:pt x="499976" y="891687"/>
                    <a:pt x="435986" y="1132066"/>
                    <a:pt x="435986" y="1375409"/>
                  </a:cubicBezTo>
                  <a:cubicBezTo>
                    <a:pt x="435986" y="1620481"/>
                    <a:pt x="538074" y="1763604"/>
                    <a:pt x="750530" y="2038817"/>
                  </a:cubicBezTo>
                  <a:cubicBezTo>
                    <a:pt x="801792" y="2105190"/>
                    <a:pt x="854797" y="2173870"/>
                    <a:pt x="909024" y="2249384"/>
                  </a:cubicBezTo>
                  <a:cubicBezTo>
                    <a:pt x="1323389" y="2826326"/>
                    <a:pt x="1768180" y="3072468"/>
                    <a:pt x="2396223" y="3072468"/>
                  </a:cubicBezTo>
                  <a:cubicBezTo>
                    <a:pt x="2808409" y="3072468"/>
                    <a:pt x="3110835" y="2871947"/>
                    <a:pt x="3525201" y="2566101"/>
                  </a:cubicBezTo>
                  <a:cubicBezTo>
                    <a:pt x="3571493" y="2531926"/>
                    <a:pt x="3617786" y="2498162"/>
                    <a:pt x="3662596" y="2465552"/>
                  </a:cubicBezTo>
                  <a:cubicBezTo>
                    <a:pt x="3905479" y="2288583"/>
                    <a:pt x="4134849" y="2121414"/>
                    <a:pt x="4287500" y="1939915"/>
                  </a:cubicBezTo>
                  <a:cubicBezTo>
                    <a:pt x="4433440" y="1766404"/>
                    <a:pt x="4498563" y="1592317"/>
                    <a:pt x="4498563" y="1375409"/>
                  </a:cubicBezTo>
                  <a:cubicBezTo>
                    <a:pt x="4498563" y="899696"/>
                    <a:pt x="4369741" y="465973"/>
                    <a:pt x="4132831" y="134540"/>
                  </a:cubicBezTo>
                  <a:lnTo>
                    <a:pt x="4025590" y="0"/>
                  </a:lnTo>
                  <a:lnTo>
                    <a:pt x="4555675" y="0"/>
                  </a:lnTo>
                  <a:lnTo>
                    <a:pt x="4605933" y="77740"/>
                  </a:lnTo>
                  <a:cubicBezTo>
                    <a:pt x="4820335" y="448137"/>
                    <a:pt x="4934374" y="894662"/>
                    <a:pt x="4934374" y="1375327"/>
                  </a:cubicBezTo>
                  <a:cubicBezTo>
                    <a:pt x="4934374" y="2116884"/>
                    <a:pt x="4369100" y="2465635"/>
                    <a:pt x="3793540" y="2890475"/>
                  </a:cubicBezTo>
                  <a:cubicBezTo>
                    <a:pt x="3374293" y="3199945"/>
                    <a:pt x="2970389" y="3484134"/>
                    <a:pt x="2396135" y="3484134"/>
                  </a:cubicBezTo>
                  <a:cubicBezTo>
                    <a:pt x="1544564" y="3484134"/>
                    <a:pt x="991670" y="3097832"/>
                    <a:pt x="548273" y="2480458"/>
                  </a:cubicBezTo>
                  <a:cubicBezTo>
                    <a:pt x="282201" y="2110049"/>
                    <a:pt x="0" y="1856001"/>
                    <a:pt x="0" y="1375327"/>
                  </a:cubicBezTo>
                  <a:cubicBezTo>
                    <a:pt x="0" y="894662"/>
                    <a:pt x="195505" y="448137"/>
                    <a:pt x="512166" y="777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D13CCE92-2C5E-48BC-9713-FBEEDBAE61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61928" y="0"/>
              <a:ext cx="4934374" cy="3484134"/>
            </a:xfrm>
            <a:custGeom>
              <a:avLst/>
              <a:gdLst>
                <a:gd name="connsiteX0" fmla="*/ 585303 w 4934374"/>
                <a:gd name="connsiteY0" fmla="*/ 0 h 3484134"/>
                <a:gd name="connsiteX1" fmla="*/ 1354934 w 4934374"/>
                <a:gd name="connsiteY1" fmla="*/ 0 h 3484134"/>
                <a:gd name="connsiteX2" fmla="*/ 1206830 w 4934374"/>
                <a:gd name="connsiteY2" fmla="*/ 109531 h 3484134"/>
                <a:gd name="connsiteX3" fmla="*/ 703453 w 4934374"/>
                <a:gd name="connsiteY3" fmla="*/ 698660 h 3484134"/>
                <a:gd name="connsiteX4" fmla="*/ 523079 w 4934374"/>
                <a:gd name="connsiteY4" fmla="*/ 1375409 h 3484134"/>
                <a:gd name="connsiteX5" fmla="*/ 820885 w 4934374"/>
                <a:gd name="connsiteY5" fmla="*/ 1990313 h 3484134"/>
                <a:gd name="connsiteX6" fmla="*/ 981122 w 4934374"/>
                <a:gd name="connsiteY6" fmla="*/ 2203186 h 3484134"/>
                <a:gd name="connsiteX7" fmla="*/ 1592426 w 4934374"/>
                <a:gd name="connsiteY7" fmla="*/ 2792645 h 3484134"/>
                <a:gd name="connsiteX8" fmla="*/ 2396135 w 4934374"/>
                <a:gd name="connsiteY8" fmla="*/ 2990119 h 3484134"/>
                <a:gd name="connsiteX9" fmla="*/ 2913112 w 4934374"/>
                <a:gd name="connsiteY9" fmla="*/ 2864371 h 3484134"/>
                <a:gd name="connsiteX10" fmla="*/ 3471411 w 4934374"/>
                <a:gd name="connsiteY10" fmla="*/ 2501292 h 3484134"/>
                <a:gd name="connsiteX11" fmla="*/ 3609242 w 4934374"/>
                <a:gd name="connsiteY11" fmla="*/ 2400414 h 3484134"/>
                <a:gd name="connsiteX12" fmla="*/ 4219151 w 4934374"/>
                <a:gd name="connsiteY12" fmla="*/ 1888693 h 3484134"/>
                <a:gd name="connsiteX13" fmla="*/ 4411296 w 4934374"/>
                <a:gd name="connsiteY13" fmla="*/ 1375409 h 3484134"/>
                <a:gd name="connsiteX14" fmla="*/ 3957874 w 4934374"/>
                <a:gd name="connsiteY14" fmla="*/ 51887 h 3484134"/>
                <a:gd name="connsiteX15" fmla="*/ 3906637 w 4934374"/>
                <a:gd name="connsiteY15" fmla="*/ 0 h 3484134"/>
                <a:gd name="connsiteX16" fmla="*/ 4555675 w 4934374"/>
                <a:gd name="connsiteY16" fmla="*/ 0 h 3484134"/>
                <a:gd name="connsiteX17" fmla="*/ 4605933 w 4934374"/>
                <a:gd name="connsiteY17" fmla="*/ 77740 h 3484134"/>
                <a:gd name="connsiteX18" fmla="*/ 4934374 w 4934374"/>
                <a:gd name="connsiteY18" fmla="*/ 1375327 h 3484134"/>
                <a:gd name="connsiteX19" fmla="*/ 3793540 w 4934374"/>
                <a:gd name="connsiteY19" fmla="*/ 2890475 h 3484134"/>
                <a:gd name="connsiteX20" fmla="*/ 2396135 w 4934374"/>
                <a:gd name="connsiteY20" fmla="*/ 3484134 h 3484134"/>
                <a:gd name="connsiteX21" fmla="*/ 548273 w 4934374"/>
                <a:gd name="connsiteY21" fmla="*/ 2480458 h 3484134"/>
                <a:gd name="connsiteX22" fmla="*/ 0 w 4934374"/>
                <a:gd name="connsiteY22" fmla="*/ 1375327 h 3484134"/>
                <a:gd name="connsiteX23" fmla="*/ 512166 w 4934374"/>
                <a:gd name="connsiteY23" fmla="*/ 77740 h 3484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4934374" h="3484134">
                  <a:moveTo>
                    <a:pt x="585303" y="0"/>
                  </a:moveTo>
                  <a:lnTo>
                    <a:pt x="1354934" y="0"/>
                  </a:lnTo>
                  <a:lnTo>
                    <a:pt x="1206830" y="109531"/>
                  </a:lnTo>
                  <a:cubicBezTo>
                    <a:pt x="994024" y="281725"/>
                    <a:pt x="820013" y="485457"/>
                    <a:pt x="703453" y="698660"/>
                  </a:cubicBezTo>
                  <a:cubicBezTo>
                    <a:pt x="583756" y="917627"/>
                    <a:pt x="523079" y="1145324"/>
                    <a:pt x="523079" y="1375409"/>
                  </a:cubicBezTo>
                  <a:cubicBezTo>
                    <a:pt x="523079" y="1595282"/>
                    <a:pt x="614356" y="1722842"/>
                    <a:pt x="820885" y="1990313"/>
                  </a:cubicBezTo>
                  <a:cubicBezTo>
                    <a:pt x="872582" y="2057263"/>
                    <a:pt x="926023" y="2126519"/>
                    <a:pt x="981122" y="2203186"/>
                  </a:cubicBezTo>
                  <a:cubicBezTo>
                    <a:pt x="1175968" y="2474445"/>
                    <a:pt x="1375871" y="2667309"/>
                    <a:pt x="1592426" y="2792645"/>
                  </a:cubicBezTo>
                  <a:cubicBezTo>
                    <a:pt x="1821970" y="2925557"/>
                    <a:pt x="2084904" y="2990119"/>
                    <a:pt x="2396135" y="2990119"/>
                  </a:cubicBezTo>
                  <a:cubicBezTo>
                    <a:pt x="2572762" y="2990119"/>
                    <a:pt x="2737009" y="2950179"/>
                    <a:pt x="2913112" y="2864371"/>
                  </a:cubicBezTo>
                  <a:cubicBezTo>
                    <a:pt x="3093922" y="2776257"/>
                    <a:pt x="3272903" y="2647792"/>
                    <a:pt x="3471411" y="2501292"/>
                  </a:cubicBezTo>
                  <a:cubicBezTo>
                    <a:pt x="3517964" y="2466952"/>
                    <a:pt x="3564344" y="2433106"/>
                    <a:pt x="3609242" y="2400414"/>
                  </a:cubicBezTo>
                  <a:cubicBezTo>
                    <a:pt x="3847766" y="2226574"/>
                    <a:pt x="4073038" y="2062368"/>
                    <a:pt x="4219151" y="1888693"/>
                  </a:cubicBezTo>
                  <a:cubicBezTo>
                    <a:pt x="4353844" y="1728606"/>
                    <a:pt x="4411296" y="1575106"/>
                    <a:pt x="4411296" y="1375409"/>
                  </a:cubicBezTo>
                  <a:cubicBezTo>
                    <a:pt x="4411296" y="851089"/>
                    <a:pt x="4250274" y="381038"/>
                    <a:pt x="3957874" y="51887"/>
                  </a:cubicBezTo>
                  <a:lnTo>
                    <a:pt x="3906637" y="0"/>
                  </a:lnTo>
                  <a:lnTo>
                    <a:pt x="4555675" y="0"/>
                  </a:lnTo>
                  <a:lnTo>
                    <a:pt x="4605933" y="77740"/>
                  </a:lnTo>
                  <a:cubicBezTo>
                    <a:pt x="4820335" y="448137"/>
                    <a:pt x="4934374" y="894662"/>
                    <a:pt x="4934374" y="1375327"/>
                  </a:cubicBezTo>
                  <a:cubicBezTo>
                    <a:pt x="4934374" y="2116884"/>
                    <a:pt x="4369100" y="2465635"/>
                    <a:pt x="3793540" y="2890475"/>
                  </a:cubicBezTo>
                  <a:cubicBezTo>
                    <a:pt x="3374293" y="3199945"/>
                    <a:pt x="2970389" y="3484134"/>
                    <a:pt x="2396135" y="3484134"/>
                  </a:cubicBezTo>
                  <a:cubicBezTo>
                    <a:pt x="1544564" y="3484134"/>
                    <a:pt x="991670" y="3097832"/>
                    <a:pt x="548273" y="2480458"/>
                  </a:cubicBezTo>
                  <a:cubicBezTo>
                    <a:pt x="282201" y="2110049"/>
                    <a:pt x="0" y="1856001"/>
                    <a:pt x="0" y="1375327"/>
                  </a:cubicBezTo>
                  <a:cubicBezTo>
                    <a:pt x="0" y="894662"/>
                    <a:pt x="195505" y="448137"/>
                    <a:pt x="512166" y="777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802955"/>
            <a:ext cx="3858768" cy="1454051"/>
          </a:xfrm>
        </p:spPr>
        <p:txBody>
          <a:bodyPr anchor="b">
            <a:normAutofit/>
          </a:bodyPr>
          <a:lstStyle/>
          <a:p>
            <a:r>
              <a:rPr lang="en-US" sz="3100" dirty="0"/>
              <a:t>Data Lifecycle: Ingestion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FB5D557-84E8-833E-F2B6-3ADF326902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0903" y="6266410"/>
            <a:ext cx="1359973" cy="591588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2421682"/>
            <a:ext cx="3415431" cy="3639289"/>
          </a:xfrm>
        </p:spPr>
        <p:txBody>
          <a:bodyPr anchor="ctr">
            <a:normAutofit/>
          </a:bodyPr>
          <a:lstStyle/>
          <a:p>
            <a:r>
              <a:rPr lang="en-US" sz="1600" dirty="0"/>
              <a:t>Sources include APIs, forms, apps, sensors, files, databases</a:t>
            </a:r>
          </a:p>
          <a:p>
            <a:r>
              <a:rPr lang="en-US" sz="1600" dirty="0"/>
              <a:t>Can be real-time or scheduled</a:t>
            </a:r>
          </a:p>
          <a:p>
            <a:r>
              <a:rPr lang="en-US" sz="1600" dirty="0"/>
              <a:t>Goal: bring raw data into the system safely</a:t>
            </a:r>
          </a:p>
          <a:p>
            <a:r>
              <a:rPr lang="en-US" sz="1600" dirty="0"/>
              <a:t>Python Example: </a:t>
            </a:r>
            <a:r>
              <a:rPr lang="en-US" sz="1600" dirty="0" err="1"/>
              <a:t>requests.get</a:t>
            </a:r>
            <a:r>
              <a:rPr lang="en-US" sz="1600" dirty="0"/>
              <a:t>() for API ingestion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189029-1BFB-3952-ED3D-20CC07CFE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1FF6DA9-008F-8B48-92A6-B652298478BF}" type="slidenum">
              <a:rPr lang="en-US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500"/>
              <a:t>Simple Python Example: Ingestion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r>
              <a:rPr lang="en-US" sz="1700"/>
              <a:t>Example code:</a:t>
            </a:r>
          </a:p>
          <a:p>
            <a:r>
              <a:rPr lang="en-US" sz="1700"/>
              <a:t>import requests</a:t>
            </a:r>
          </a:p>
          <a:p>
            <a:r>
              <a:rPr lang="en-US" sz="1700"/>
              <a:t>data = requests.get(api_url).json()</a:t>
            </a:r>
          </a:p>
          <a:p>
            <a:r>
              <a:rPr lang="en-US" sz="1700"/>
              <a:t>This pulls live data from an external source</a:t>
            </a:r>
          </a:p>
        </p:txBody>
      </p:sp>
      <p:pic>
        <p:nvPicPr>
          <p:cNvPr id="8" name="Picture 7" descr="Computer script on a screen">
            <a:extLst>
              <a:ext uri="{FF2B5EF4-FFF2-40B4-BE49-F238E27FC236}">
                <a16:creationId xmlns:a16="http://schemas.microsoft.com/office/drawing/2014/main" id="{58741A83-F426-B186-66F7-AEBB6303C6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839" r="47611" b="-2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451CE6-4C23-FDA7-2B91-AA338F630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49390" y="6356350"/>
            <a:ext cx="24003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1FF6DA9-008F-8B48-92A6-B652298478BF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9</a:t>
            </a:fld>
            <a:endParaRPr lang="en-US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Data Lifecycle: Storage</a:t>
            </a:r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r>
              <a:t>Store raw and processed data securely</a:t>
            </a:r>
          </a:p>
          <a:p>
            <a:r>
              <a:t>Examples: PostgreSQL, MySQL, Redshift, BigQuery</a:t>
            </a:r>
          </a:p>
          <a:p>
            <a:r>
              <a:t>Data warehouses support reporting</a:t>
            </a:r>
          </a:p>
          <a:p>
            <a:r>
              <a:t>Data lakes support large-scale storage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BB7670-5225-F188-8281-C2CEE3603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56173" y="6356350"/>
            <a:ext cx="135917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1FF6DA9-008F-8B48-92A6-B652298478BF}" type="slidenum">
              <a:rPr lang="en-US" smtClean="0"/>
              <a:pPr>
                <a:spcAft>
                  <a:spcPts val="600"/>
                </a:spcAft>
              </a:pPr>
              <a:t>10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FD4BA9E-6A9B-AE78-563F-5AC72E60E2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4722" y="6306542"/>
            <a:ext cx="1213311" cy="52870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US" sz="2800">
                <a:solidFill>
                  <a:srgbClr val="FFFFFF"/>
                </a:solidFill>
              </a:rPr>
              <a:t>Data Lifecycle: Transformation</a:t>
            </a:r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r>
              <a:t>Clean errors and remove duplicates</a:t>
            </a:r>
          </a:p>
          <a:p>
            <a:r>
              <a:t>Rename fields and standardize formats</a:t>
            </a:r>
          </a:p>
          <a:p>
            <a:r>
              <a:t>Join multiple data sources together</a:t>
            </a:r>
          </a:p>
          <a:p>
            <a:r>
              <a:t>Prepare clean data for analysis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1F40EF-9B48-D269-8227-DD689DAF4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56173" y="6356350"/>
            <a:ext cx="135917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1FF6DA9-008F-8B48-92A6-B652298478BF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7B09E21-71AC-8EC2-6A3E-8A6BF8A536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4722" y="6306542"/>
            <a:ext cx="1213311" cy="52870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n-US" sz="3500"/>
              <a:t>Python Example: Transformation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r>
              <a:rPr lang="en-US" sz="1700"/>
              <a:t>Example code:</a:t>
            </a:r>
          </a:p>
          <a:p>
            <a:r>
              <a:rPr lang="en-US" sz="1700"/>
              <a:t>df.drop_duplicates()</a:t>
            </a:r>
          </a:p>
          <a:p>
            <a:r>
              <a:rPr lang="en-US" sz="1700"/>
              <a:t>df.fillna(0)</a:t>
            </a:r>
          </a:p>
          <a:p>
            <a:r>
              <a:rPr lang="en-US" sz="1700"/>
              <a:t>df['sales'] = df['sales'] * 1.1</a:t>
            </a:r>
          </a:p>
          <a:p>
            <a:r>
              <a:rPr lang="en-US" sz="1700"/>
              <a:t>This improves data quality</a:t>
            </a:r>
          </a:p>
        </p:txBody>
      </p:sp>
      <p:pic>
        <p:nvPicPr>
          <p:cNvPr id="8" name="Picture 7" descr="Computer script on a screen">
            <a:extLst>
              <a:ext uri="{FF2B5EF4-FFF2-40B4-BE49-F238E27FC236}">
                <a16:creationId xmlns:a16="http://schemas.microsoft.com/office/drawing/2014/main" id="{412CD223-3B04-149C-0B47-9526A1E527B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839" r="47611" b="-2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698806-C983-B234-0E41-0A406ADF3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49390" y="6356350"/>
            <a:ext cx="24003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1FF6DA9-008F-8B48-92A6-B652298478BF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12</a:t>
            </a:fld>
            <a:endParaRPr lang="en-US">
              <a:solidFill>
                <a:srgbClr val="FFFFFF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CF1F403-2DC0-97FA-048D-4E8B0D9AE2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4570" y="6339749"/>
            <a:ext cx="1213311" cy="52870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Data Lifecycle: Serving</a:t>
            </a:r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r>
              <a:t>Final data is delivered to dashboards and reports</a:t>
            </a:r>
          </a:p>
          <a:p>
            <a:r>
              <a:t>Examples: Power BI, Tableau, Excel reporting</a:t>
            </a:r>
          </a:p>
          <a:p>
            <a:r>
              <a:t>Also supports APIs and machine learning systems</a:t>
            </a:r>
          </a:p>
          <a:p>
            <a:r>
              <a:t>Goal: turn data into business action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CDC702-3998-E01B-301F-2A423FD53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56173" y="6356350"/>
            <a:ext cx="135917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1FF6DA9-008F-8B48-92A6-B652298478BF}" type="slidenum">
              <a:rPr lang="en-US" smtClean="0"/>
              <a:pPr>
                <a:spcAft>
                  <a:spcPts val="600"/>
                </a:spcAft>
              </a:pPr>
              <a:t>13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A71CDD6-78CA-7AB9-7551-49BEB100C7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4722" y="6297173"/>
            <a:ext cx="1213311" cy="52870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Data Engineering in Product vs Analytics Orgs</a:t>
            </a:r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65861DB2-1E80-470F-C137-CFD22797BD0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0A73B8-3400-0D34-DD3A-D0DE29846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14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04629E0-99D7-5B92-EA17-23AA379C92B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02571" y="6306542"/>
            <a:ext cx="1213311" cy="52870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n-US" sz="3500"/>
              <a:t>Architecture Diagrams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r>
              <a:rPr lang="en-US" sz="1700"/>
              <a:t>Helps teams visualize data flow and dependencies</a:t>
            </a:r>
          </a:p>
          <a:p>
            <a:r>
              <a:rPr lang="en-US" sz="1700"/>
              <a:t>Shows how systems connect from source to destination</a:t>
            </a:r>
          </a:p>
          <a:p>
            <a:r>
              <a:rPr lang="en-US" sz="1700"/>
              <a:t>Improves planning and debugging</a:t>
            </a:r>
          </a:p>
          <a:p>
            <a:r>
              <a:rPr lang="en-US" sz="1700"/>
              <a:t>Used before building production systems</a:t>
            </a:r>
          </a:p>
        </p:txBody>
      </p:sp>
      <p:pic>
        <p:nvPicPr>
          <p:cNvPr id="24" name="Picture 23" descr="Cubes connected with a red line">
            <a:extLst>
              <a:ext uri="{FF2B5EF4-FFF2-40B4-BE49-F238E27FC236}">
                <a16:creationId xmlns:a16="http://schemas.microsoft.com/office/drawing/2014/main" id="{44F46505-4BFA-6994-4A7A-BE28BCBDCA1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019" r="18589" b="-1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70B027-B585-3199-F38F-DB8B1C017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49390" y="6356350"/>
            <a:ext cx="24003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1FF6DA9-008F-8B48-92A6-B652298478BF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15</a:t>
            </a:fld>
            <a:endParaRPr lang="en-US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11C17F4-5B84-371C-B5DA-A37B27D394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9874" y="6293543"/>
            <a:ext cx="1213311" cy="52870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US" sz="3400">
                <a:solidFill>
                  <a:srgbClr val="FFFFFF"/>
                </a:solidFill>
              </a:rPr>
              <a:t>Architecture Tools</a:t>
            </a:r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r>
              <a:t>Lucidchart → professional architecture design</a:t>
            </a:r>
          </a:p>
          <a:p>
            <a:r>
              <a:t>Draw.io → free and simple diagram creation</a:t>
            </a:r>
          </a:p>
          <a:p>
            <a:r>
              <a:t>Miro → collaborative whiteboarding</a:t>
            </a:r>
          </a:p>
          <a:p>
            <a:r>
              <a:t>Use for ETL flow maps and system planning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4AF9D2-A0FB-8D8E-ABC9-A8E20E59F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56173" y="6356350"/>
            <a:ext cx="135917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1FF6DA9-008F-8B48-92A6-B652298478BF}" type="slidenum">
              <a:rPr lang="en-US" smtClean="0"/>
              <a:pPr>
                <a:spcAft>
                  <a:spcPts val="600"/>
                </a:spcAft>
              </a:pPr>
              <a:t>16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EB7930-3468-8D02-46FD-28F3634454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4722" y="6274559"/>
            <a:ext cx="1213311" cy="52870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2899</TotalTime>
  <Words>567</Words>
  <Application>Microsoft Office PowerPoint</Application>
  <PresentationFormat>On-screen Show (4:3)</PresentationFormat>
  <Paragraphs>104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Arial</vt:lpstr>
      <vt:lpstr>Calibri</vt:lpstr>
      <vt:lpstr>Office Theme</vt:lpstr>
      <vt:lpstr>Foundations of Data Engineering with Python</vt:lpstr>
      <vt:lpstr>Learning Objectives</vt:lpstr>
      <vt:lpstr>Who is a Data Engineer?</vt:lpstr>
      <vt:lpstr>Data Engineer vs Data Analyst vs Data Scientist</vt:lpstr>
      <vt:lpstr>Scenario Example</vt:lpstr>
      <vt:lpstr>OLTP vs OLAP Systems</vt:lpstr>
      <vt:lpstr>Data Lifecycle</vt:lpstr>
      <vt:lpstr>Data Lifecycle: Ingestion</vt:lpstr>
      <vt:lpstr>Simple Python Example: Ingestion</vt:lpstr>
      <vt:lpstr>Data Lifecycle: Storage</vt:lpstr>
      <vt:lpstr>Data Lifecycle: Transformation</vt:lpstr>
      <vt:lpstr>Python Example: Transformation</vt:lpstr>
      <vt:lpstr>Data Lifecycle: Serving</vt:lpstr>
      <vt:lpstr>Data Engineering in Product vs Analytics Orgs</vt:lpstr>
      <vt:lpstr>Architecture Diagrams</vt:lpstr>
      <vt:lpstr>Architecture Tools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chief</dc:creator>
  <cp:keywords/>
  <dc:description>generated using python-pptx</dc:description>
  <cp:lastModifiedBy>Twum Kwadwo Oduro</cp:lastModifiedBy>
  <cp:revision>3</cp:revision>
  <dcterms:created xsi:type="dcterms:W3CDTF">2013-01-27T09:14:16Z</dcterms:created>
  <dcterms:modified xsi:type="dcterms:W3CDTF">2026-04-20T14:47:25Z</dcterms:modified>
  <cp:category/>
</cp:coreProperties>
</file>